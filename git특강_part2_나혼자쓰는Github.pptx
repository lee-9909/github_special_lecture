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80" r:id="rId1"/>
    <p:sldMasterId id="2147483694" r:id="rId2"/>
  </p:sldMasterIdLst>
  <p:notesMasterIdLst>
    <p:notesMasterId r:id="rId46"/>
  </p:notesMasterIdLst>
  <p:handoutMasterIdLst>
    <p:handoutMasterId r:id="rId47"/>
  </p:handoutMasterIdLst>
  <p:sldIdLst>
    <p:sldId id="629" r:id="rId3"/>
    <p:sldId id="613" r:id="rId4"/>
    <p:sldId id="635" r:id="rId5"/>
    <p:sldId id="637" r:id="rId6"/>
    <p:sldId id="636" r:id="rId7"/>
    <p:sldId id="638" r:id="rId8"/>
    <p:sldId id="639" r:id="rId9"/>
    <p:sldId id="684" r:id="rId10"/>
    <p:sldId id="640" r:id="rId11"/>
    <p:sldId id="641" r:id="rId12"/>
    <p:sldId id="642" r:id="rId13"/>
    <p:sldId id="643" r:id="rId14"/>
    <p:sldId id="644" r:id="rId15"/>
    <p:sldId id="665" r:id="rId16"/>
    <p:sldId id="622" r:id="rId17"/>
    <p:sldId id="623" r:id="rId18"/>
    <p:sldId id="646" r:id="rId19"/>
    <p:sldId id="666" r:id="rId20"/>
    <p:sldId id="647" r:id="rId21"/>
    <p:sldId id="667" r:id="rId22"/>
    <p:sldId id="631" r:id="rId23"/>
    <p:sldId id="679" r:id="rId24"/>
    <p:sldId id="682" r:id="rId25"/>
    <p:sldId id="676" r:id="rId26"/>
    <p:sldId id="651" r:id="rId27"/>
    <p:sldId id="680" r:id="rId28"/>
    <p:sldId id="649" r:id="rId29"/>
    <p:sldId id="685" r:id="rId30"/>
    <p:sldId id="681" r:id="rId31"/>
    <p:sldId id="650" r:id="rId32"/>
    <p:sldId id="677" r:id="rId33"/>
    <p:sldId id="678" r:id="rId34"/>
    <p:sldId id="668" r:id="rId35"/>
    <p:sldId id="652" r:id="rId36"/>
    <p:sldId id="683" r:id="rId37"/>
    <p:sldId id="659" r:id="rId38"/>
    <p:sldId id="660" r:id="rId39"/>
    <p:sldId id="662" r:id="rId40"/>
    <p:sldId id="663" r:id="rId41"/>
    <p:sldId id="664" r:id="rId42"/>
    <p:sldId id="686" r:id="rId43"/>
    <p:sldId id="687" r:id="rId44"/>
    <p:sldId id="688" r:id="rId45"/>
  </p:sldIdLst>
  <p:sldSz cx="12192000" cy="6858000"/>
  <p:notesSz cx="6934200" cy="9220200"/>
  <p:embeddedFontLst>
    <p:embeddedFont>
      <p:font typeface="Trebuchet MS" panose="020B0603020202020204" pitchFamily="34" charset="0"/>
      <p:regular r:id="rId48"/>
      <p:bold r:id="rId49"/>
      <p:italic r:id="rId50"/>
      <p:boldItalic r:id="rId51"/>
    </p:embeddedFont>
    <p:embeddedFont>
      <p:font typeface="Tw Cen MT" panose="020B0602020104020603" pitchFamily="34" charset="0"/>
      <p:regular r:id="rId52"/>
      <p:bold r:id="rId53"/>
      <p:italic r:id="rId54"/>
      <p:boldItalic r:id="rId55"/>
    </p:embeddedFont>
    <p:embeddedFont>
      <p:font typeface="에스코어 드림 5 Medium" panose="020B0503030302020204" pitchFamily="34" charset="-127"/>
      <p:regular r:id="rId56"/>
    </p:embeddedFont>
    <p:embeddedFont>
      <p:font typeface="여기어때 잘난체 OTF" panose="020B0600000101010101" pitchFamily="34" charset="-127"/>
      <p:bold r:id="rId57"/>
    </p:embeddedFont>
    <p:embeddedFont>
      <p:font typeface="페이북 OTF Bold" panose="00000800000000000000" pitchFamily="50" charset="-127"/>
      <p:bold r:id="rId58"/>
    </p:embeddedFont>
    <p:embeddedFont>
      <p:font typeface="페이북 OTF Light" panose="00000300000000000000" pitchFamily="50" charset="-127"/>
      <p:regular r:id="rId59"/>
    </p:embeddedFont>
  </p:embeddedFont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굴림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굴림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굴림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굴림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굴림" pitchFamily="50" charset="-127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Arial" pitchFamily="34" charset="0"/>
        <a:ea typeface="굴림" pitchFamily="50" charset="-127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Arial" pitchFamily="34" charset="0"/>
        <a:ea typeface="굴림" pitchFamily="50" charset="-127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Arial" pitchFamily="34" charset="0"/>
        <a:ea typeface="굴림" pitchFamily="50" charset="-127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Arial" pitchFamily="34" charset="0"/>
        <a:ea typeface="굴림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04">
          <p15:clr>
            <a:srgbClr val="A4A3A4"/>
          </p15:clr>
        </p15:guide>
        <p15:guide id="2" pos="218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FFFFFF"/>
    <a:srgbClr val="F5F5F5"/>
    <a:srgbClr val="0000FF"/>
    <a:srgbClr val="010F9E"/>
    <a:srgbClr val="000642"/>
    <a:srgbClr val="800000"/>
    <a:srgbClr val="FFCCFF"/>
    <a:srgbClr val="FFFFCC"/>
    <a:srgbClr val="CCFFCC"/>
    <a:srgbClr val="CAF8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33" autoAdjust="0"/>
    <p:restoredTop sz="86920" autoAdjust="0"/>
  </p:normalViewPr>
  <p:slideViewPr>
    <p:cSldViewPr snapToGrid="0">
      <p:cViewPr varScale="1">
        <p:scale>
          <a:sx n="52" d="100"/>
          <a:sy n="52" d="100"/>
        </p:scale>
        <p:origin x="149" y="3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103" d="100"/>
          <a:sy n="103" d="100"/>
        </p:scale>
        <p:origin x="-2886" y="-96"/>
      </p:cViewPr>
      <p:guideLst>
        <p:guide orient="horz" pos="2904"/>
        <p:guide pos="218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handoutMaster" Target="handoutMasters/handoutMaster1.xml"/><Relationship Id="rId50" Type="http://schemas.openxmlformats.org/officeDocument/2006/relationships/font" Target="fonts/font3.fntdata"/><Relationship Id="rId55" Type="http://schemas.openxmlformats.org/officeDocument/2006/relationships/font" Target="fonts/font8.fntdata"/><Relationship Id="rId63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font" Target="fonts/font6.fntdata"/><Relationship Id="rId58" Type="http://schemas.openxmlformats.org/officeDocument/2006/relationships/font" Target="fonts/font11.fntdata"/><Relationship Id="rId5" Type="http://schemas.openxmlformats.org/officeDocument/2006/relationships/slide" Target="slides/slide3.xml"/><Relationship Id="rId61" Type="http://schemas.openxmlformats.org/officeDocument/2006/relationships/viewProps" Target="viewProp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font" Target="fonts/font1.fntdata"/><Relationship Id="rId56" Type="http://schemas.openxmlformats.org/officeDocument/2006/relationships/font" Target="fonts/font9.fntdata"/><Relationship Id="rId8" Type="http://schemas.openxmlformats.org/officeDocument/2006/relationships/slide" Target="slides/slide6.xml"/><Relationship Id="rId51" Type="http://schemas.openxmlformats.org/officeDocument/2006/relationships/font" Target="fonts/font4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notesMaster" Target="notesMasters/notesMaster1.xml"/><Relationship Id="rId59" Type="http://schemas.openxmlformats.org/officeDocument/2006/relationships/font" Target="fonts/font12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font" Target="fonts/font7.fntdata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2.fntdata"/><Relationship Id="rId57" Type="http://schemas.openxmlformats.org/officeDocument/2006/relationships/font" Target="fonts/font10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font" Target="fonts/font5.fntdata"/><Relationship Id="rId6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05138" cy="460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 dirty="0">
              <a:ea typeface="페이북 OTF Light" panose="00000300000000000000" pitchFamily="50" charset="-127"/>
            </a:endParaRPr>
          </a:p>
        </p:txBody>
      </p:sp>
      <p:sp>
        <p:nvSpPr>
          <p:cNvPr id="8806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27475" y="0"/>
            <a:ext cx="3005138" cy="460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 dirty="0">
              <a:ea typeface="페이북 OTF Light" panose="00000300000000000000" pitchFamily="50" charset="-127"/>
            </a:endParaRPr>
          </a:p>
        </p:txBody>
      </p:sp>
      <p:sp>
        <p:nvSpPr>
          <p:cNvPr id="8806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758238"/>
            <a:ext cx="3005138" cy="460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 dirty="0">
              <a:ea typeface="페이북 OTF Light" panose="00000300000000000000" pitchFamily="50" charset="-127"/>
            </a:endParaRPr>
          </a:p>
        </p:txBody>
      </p:sp>
      <p:sp>
        <p:nvSpPr>
          <p:cNvPr id="8806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27475" y="8758238"/>
            <a:ext cx="3005138" cy="460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itchFamily="50" charset="-127"/>
              </a:defRPr>
            </a:lvl1pPr>
          </a:lstStyle>
          <a:p>
            <a:pPr>
              <a:defRPr/>
            </a:pPr>
            <a:fld id="{262228DA-6DF8-41C4-AC8F-6E2689982EC3}" type="slidenum">
              <a:rPr lang="ko-KR" altLang="en-US">
                <a:ea typeface="페이북 OTF Light" panose="00000300000000000000" pitchFamily="50" charset="-127"/>
              </a:rPr>
              <a:pPr>
                <a:defRPr/>
              </a:pPr>
              <a:t>‹#›</a:t>
            </a:fld>
            <a:endParaRPr lang="en-US" altLang="ko-KR" dirty="0">
              <a:ea typeface="페이북 OTF Light" panose="000003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57116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05138" cy="460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309" tIns="46154" rIns="92309" bIns="46154" numCol="1" anchor="t" anchorCtr="0" compatLnSpc="1">
            <a:prstTxWarp prst="textNoShape">
              <a:avLst/>
            </a:prstTxWarp>
          </a:bodyPr>
          <a:lstStyle>
            <a:lvl1pPr defTabSz="922338" eaLnBrk="1" hangingPunct="1">
              <a:defRPr sz="1200">
                <a:ea typeface="페이북 OTF Light" panose="00000300000000000000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6553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27475" y="0"/>
            <a:ext cx="3005138" cy="460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309" tIns="46154" rIns="92309" bIns="46154" numCol="1" anchor="t" anchorCtr="0" compatLnSpc="1">
            <a:prstTxWarp prst="textNoShape">
              <a:avLst/>
            </a:prstTxWarp>
          </a:bodyPr>
          <a:lstStyle>
            <a:lvl1pPr algn="r" defTabSz="922338" eaLnBrk="1" hangingPunct="1">
              <a:defRPr sz="1200">
                <a:ea typeface="페이북 OTF Light" panose="00000300000000000000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5018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93700" y="692150"/>
            <a:ext cx="6146800" cy="34575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554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93738" y="4379913"/>
            <a:ext cx="5546725" cy="4148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309" tIns="46154" rIns="92309" bIns="4615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noProof="0" dirty="0"/>
              <a:t>Click to edit Master text styles</a:t>
            </a:r>
          </a:p>
          <a:p>
            <a:pPr lvl="1"/>
            <a:r>
              <a:rPr lang="en-US" altLang="ko-KR" noProof="0" dirty="0"/>
              <a:t>Second level</a:t>
            </a:r>
          </a:p>
          <a:p>
            <a:pPr lvl="2"/>
            <a:r>
              <a:rPr lang="en-US" altLang="ko-KR" noProof="0" dirty="0"/>
              <a:t>Third level</a:t>
            </a:r>
          </a:p>
          <a:p>
            <a:pPr lvl="3"/>
            <a:r>
              <a:rPr lang="en-US" altLang="ko-KR" noProof="0" dirty="0"/>
              <a:t>Fourth level</a:t>
            </a:r>
          </a:p>
          <a:p>
            <a:pPr lvl="4"/>
            <a:r>
              <a:rPr lang="en-US" altLang="ko-KR" noProof="0" dirty="0"/>
              <a:t>Fifth level</a:t>
            </a:r>
          </a:p>
        </p:txBody>
      </p:sp>
      <p:sp>
        <p:nvSpPr>
          <p:cNvPr id="6554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758238"/>
            <a:ext cx="3005138" cy="460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309" tIns="46154" rIns="92309" bIns="46154" numCol="1" anchor="b" anchorCtr="0" compatLnSpc="1">
            <a:prstTxWarp prst="textNoShape">
              <a:avLst/>
            </a:prstTxWarp>
          </a:bodyPr>
          <a:lstStyle>
            <a:lvl1pPr defTabSz="922338" eaLnBrk="1" hangingPunct="1">
              <a:defRPr sz="1200">
                <a:ea typeface="페이북 OTF Light" panose="00000300000000000000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6554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27475" y="8758238"/>
            <a:ext cx="3005138" cy="460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309" tIns="46154" rIns="92309" bIns="46154" numCol="1" anchor="b" anchorCtr="0" compatLnSpc="1">
            <a:prstTxWarp prst="textNoShape">
              <a:avLst/>
            </a:prstTxWarp>
          </a:bodyPr>
          <a:lstStyle>
            <a:lvl1pPr algn="r" defTabSz="922338" eaLnBrk="1" hangingPunct="1">
              <a:defRPr sz="1200">
                <a:ea typeface="페이북 OTF Light" panose="00000300000000000000" pitchFamily="50" charset="-127"/>
              </a:defRPr>
            </a:lvl1pPr>
          </a:lstStyle>
          <a:p>
            <a:pPr>
              <a:defRPr/>
            </a:pPr>
            <a:fld id="{ED3632B6-C19B-4FAB-A8E1-97FA343F0D48}" type="slidenum">
              <a:rPr lang="ko-KR" altLang="en-US" smtClean="0"/>
              <a:pPr>
                <a:defRPr/>
              </a:pPr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11690024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페이북 OTF Light" panose="00000300000000000000" pitchFamily="50" charset="-127"/>
        <a:ea typeface="페이북 OTF Light" panose="00000300000000000000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페이북 OTF Light" panose="00000300000000000000" pitchFamily="50" charset="-127"/>
        <a:ea typeface="페이북 OTF Light" panose="00000300000000000000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페이북 OTF Light" panose="00000300000000000000" pitchFamily="50" charset="-127"/>
        <a:ea typeface="페이북 OTF Light" panose="00000300000000000000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페이북 OTF Light" panose="00000300000000000000" pitchFamily="50" charset="-127"/>
        <a:ea typeface="페이북 OTF Light" panose="00000300000000000000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페이북 OTF Light" panose="00000300000000000000" pitchFamily="50" charset="-127"/>
        <a:ea typeface="페이북 OTF Light" panose="00000300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C7C6E7-44D3-445E-8D3D-C079DCBBFFB1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74189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C7C6E7-44D3-445E-8D3D-C079DCBBFFB1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4601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C7C6E7-44D3-445E-8D3D-C079DCBBFFB1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44104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C7C6E7-44D3-445E-8D3D-C079DCBBFFB1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30740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C7C6E7-44D3-445E-8D3D-C079DCBBFFB1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2462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C7C6E7-44D3-445E-8D3D-C079DCBBFFB1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0565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C7C6E7-44D3-445E-8D3D-C079DCBBFFB1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81573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C7C6E7-44D3-445E-8D3D-C079DCBBFFB1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16000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/>
        </p:nvSpPr>
        <p:spPr bwMode="white">
          <a:xfrm>
            <a:off x="0" y="5971032"/>
            <a:ext cx="12192000" cy="886968"/>
          </a:xfrm>
          <a:prstGeom prst="rect">
            <a:avLst/>
          </a:prstGeom>
          <a:solidFill>
            <a:srgbClr val="FFFFFF"/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직사각형 9"/>
          <p:cNvSpPr/>
          <p:nvPr/>
        </p:nvSpPr>
        <p:spPr>
          <a:xfrm>
            <a:off x="-12192" y="6053328"/>
            <a:ext cx="2999232" cy="713232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직사각형 10"/>
          <p:cNvSpPr/>
          <p:nvPr/>
        </p:nvSpPr>
        <p:spPr>
          <a:xfrm>
            <a:off x="3145536" y="6044184"/>
            <a:ext cx="9046464" cy="713232"/>
          </a:xfrm>
          <a:prstGeom prst="rect">
            <a:avLst/>
          </a:prstGeom>
          <a:solidFill>
            <a:schemeClr val="accent1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제목 7"/>
          <p:cNvSpPr>
            <a:spLocks noGrp="1"/>
          </p:cNvSpPr>
          <p:nvPr>
            <p:ph type="ctrTitle"/>
          </p:nvPr>
        </p:nvSpPr>
        <p:spPr>
          <a:xfrm>
            <a:off x="3149600" y="4038600"/>
            <a:ext cx="8636000" cy="1828800"/>
          </a:xfrm>
        </p:spPr>
        <p:txBody>
          <a:bodyPr anchor="b"/>
          <a:lstStyle>
            <a:lvl1pPr>
              <a:defRPr cap="all" baseline="0"/>
            </a:lvl1pPr>
          </a:lstStyle>
          <a:p>
            <a:r>
              <a:rPr kumimoji="0" lang="ko-KR" altLang="en-US"/>
              <a:t>마스터 제목 스타일 편집</a:t>
            </a:r>
            <a:endParaRPr kumimoji="0" lang="en-US"/>
          </a:p>
        </p:txBody>
      </p:sp>
      <p:sp>
        <p:nvSpPr>
          <p:cNvPr id="9" name="부제목 8"/>
          <p:cNvSpPr>
            <a:spLocks noGrp="1"/>
          </p:cNvSpPr>
          <p:nvPr>
            <p:ph type="subTitle" idx="1"/>
          </p:nvPr>
        </p:nvSpPr>
        <p:spPr>
          <a:xfrm>
            <a:off x="3149600" y="6050037"/>
            <a:ext cx="8940800" cy="685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600">
                <a:solidFill>
                  <a:srgbClr val="FFFFFF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ko-KR" altLang="en-US"/>
              <a:t>클릭하여 마스터 부제목 스타일 편집</a:t>
            </a:r>
            <a:endParaRPr kumimoji="0" lang="en-US"/>
          </a:p>
        </p:txBody>
      </p:sp>
      <p:sp>
        <p:nvSpPr>
          <p:cNvPr id="28" name="날짜 개체 틀 27"/>
          <p:cNvSpPr>
            <a:spLocks noGrp="1"/>
          </p:cNvSpPr>
          <p:nvPr>
            <p:ph type="dt" sz="half" idx="10"/>
          </p:nvPr>
        </p:nvSpPr>
        <p:spPr>
          <a:xfrm>
            <a:off x="101600" y="6068699"/>
            <a:ext cx="2743200" cy="685800"/>
          </a:xfrm>
        </p:spPr>
        <p:txBody>
          <a:bodyPr>
            <a:noAutofit/>
          </a:bodyPr>
          <a:lstStyle>
            <a:lvl1pPr algn="ctr"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7" name="바닥글 개체 틀 16"/>
          <p:cNvSpPr>
            <a:spLocks noGrp="1"/>
          </p:cNvSpPr>
          <p:nvPr>
            <p:ph type="ftr" sz="quarter" idx="11"/>
          </p:nvPr>
        </p:nvSpPr>
        <p:spPr>
          <a:xfrm>
            <a:off x="2780524" y="236539"/>
            <a:ext cx="7823200" cy="365125"/>
          </a:xfrm>
        </p:spPr>
        <p:txBody>
          <a:bodyPr/>
          <a:lstStyle>
            <a:lvl1pPr algn="r"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9" name="슬라이드 번호 개체 틀 28"/>
          <p:cNvSpPr>
            <a:spLocks noGrp="1"/>
          </p:cNvSpPr>
          <p:nvPr>
            <p:ph type="sldNum" sz="quarter" idx="12"/>
          </p:nvPr>
        </p:nvSpPr>
        <p:spPr>
          <a:xfrm>
            <a:off x="10668000" y="228600"/>
            <a:ext cx="1117600" cy="3810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EDBAA38F-4B5D-41A0-9D72-67E36335308E}" type="slidenum">
              <a:rPr lang="ko-KR" altLang="en-US" smtClean="0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4436436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16864" y="228600"/>
            <a:ext cx="10871200" cy="990600"/>
          </a:xfrm>
        </p:spPr>
        <p:txBody>
          <a:bodyPr/>
          <a:lstStyle/>
          <a:p>
            <a:r>
              <a:rPr kumimoji="0" lang="ko-KR" altLang="en-US"/>
              <a:t>마스터 제목 스타일 편집</a:t>
            </a:r>
            <a:endParaRPr kumimoji="0" 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ko-KR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F0EA7A4B-E352-47A3-A059-C592E1DB00F4}" type="slidenum">
              <a:rPr lang="ko-KR" altLang="en-US" smtClean="0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8" name="내용 개체 틀 7"/>
          <p:cNvSpPr>
            <a:spLocks noGrp="1"/>
          </p:cNvSpPr>
          <p:nvPr>
            <p:ph sz="quarter" idx="1"/>
          </p:nvPr>
        </p:nvSpPr>
        <p:spPr>
          <a:xfrm>
            <a:off x="816864" y="1600200"/>
            <a:ext cx="10871200" cy="4495800"/>
          </a:xfrm>
        </p:spPr>
        <p:txBody>
          <a:bodyPr>
            <a:normAutofit/>
          </a:bodyPr>
          <a:lstStyle>
            <a:lvl1pPr>
              <a:buSzPct val="80000"/>
              <a:defRPr sz="1800">
                <a:latin typeface="Arial" panose="020B0604020202020204" pitchFamily="34" charset="0"/>
                <a:ea typeface="페이북 OTF Light" panose="00000300000000000000" pitchFamily="50" charset="-127"/>
                <a:cs typeface="Arial" panose="020B0604020202020204" pitchFamily="34" charset="0"/>
              </a:defRPr>
            </a:lvl1pPr>
            <a:lvl2pPr>
              <a:defRPr sz="1800">
                <a:latin typeface="Arial" panose="020B0604020202020204" pitchFamily="34" charset="0"/>
                <a:ea typeface="페이북 OTF Light" panose="00000300000000000000" pitchFamily="50" charset="-127"/>
                <a:cs typeface="Arial" panose="020B0604020202020204" pitchFamily="34" charset="0"/>
              </a:defRPr>
            </a:lvl2pPr>
            <a:lvl3pPr>
              <a:defRPr sz="1800">
                <a:latin typeface="Arial" panose="020B0604020202020204" pitchFamily="34" charset="0"/>
                <a:ea typeface="페이북 OTF Light" panose="00000300000000000000" pitchFamily="50" charset="-127"/>
                <a:cs typeface="Arial" panose="020B0604020202020204" pitchFamily="34" charset="0"/>
              </a:defRPr>
            </a:lvl3pPr>
            <a:lvl4pPr>
              <a:defRPr sz="1800">
                <a:latin typeface="Arial" panose="020B0604020202020204" pitchFamily="34" charset="0"/>
                <a:ea typeface="페이북 OTF Light" panose="00000300000000000000" pitchFamily="50" charset="-127"/>
                <a:cs typeface="Arial" panose="020B0604020202020204" pitchFamily="34" charset="0"/>
              </a:defRPr>
            </a:lvl4pPr>
            <a:lvl5pPr>
              <a:defRPr sz="1800">
                <a:latin typeface="Arial" panose="020B0604020202020204" pitchFamily="34" charset="0"/>
                <a:ea typeface="페이북 OTF Light" panose="00000300000000000000" pitchFamily="50" charset="-127"/>
                <a:cs typeface="Arial" panose="020B0604020202020204" pitchFamily="34" charset="0"/>
              </a:defRPr>
            </a:lvl5pPr>
          </a:lstStyle>
          <a:p>
            <a:pPr lvl="0" eaLnBrk="1" latinLnBrk="0" hangingPunct="1"/>
            <a:r>
              <a:rPr lang="ko-KR" altLang="en-US" dirty="0"/>
              <a:t>마스터 텍스트 스타일 편집</a:t>
            </a:r>
          </a:p>
          <a:p>
            <a:pPr lvl="1" eaLnBrk="1" latinLnBrk="0" hangingPunct="1"/>
            <a:r>
              <a:rPr lang="ko-KR" altLang="en-US" dirty="0"/>
              <a:t>둘째 수준</a:t>
            </a:r>
          </a:p>
          <a:p>
            <a:pPr lvl="2" eaLnBrk="1" latinLnBrk="0" hangingPunct="1"/>
            <a:r>
              <a:rPr lang="ko-KR" altLang="en-US" dirty="0"/>
              <a:t>셋째 수준</a:t>
            </a:r>
          </a:p>
          <a:p>
            <a:pPr lvl="3" eaLnBrk="1" latinLnBrk="0" hangingPunct="1"/>
            <a:r>
              <a:rPr lang="ko-KR" altLang="en-US" dirty="0"/>
              <a:t>넷째 수준</a:t>
            </a:r>
          </a:p>
          <a:p>
            <a:pPr lvl="4" eaLnBrk="1" latinLnBrk="0" hangingPunct="1"/>
            <a:r>
              <a:rPr lang="ko-KR" altLang="en-US" dirty="0"/>
              <a:t>다섯째 수준</a:t>
            </a:r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8080457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F0B94C-C775-4465-BF50-458CD3831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C1CF3A2-F0E3-4275-A146-00ACA8C23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CBC789B-A49D-4DB8-B310-6438A0769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F4748AD-152D-4CF4-96BE-A84A35E26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426DD91-57BF-4B54-8526-D830FF8DABED}" type="slidenum">
              <a:rPr lang="ko-KR" altLang="en-US" smtClean="0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6" name="내용 개체 틀 7">
            <a:extLst>
              <a:ext uri="{FF2B5EF4-FFF2-40B4-BE49-F238E27FC236}">
                <a16:creationId xmlns:a16="http://schemas.microsoft.com/office/drawing/2014/main" id="{831429CB-CD5E-40D8-B4EB-B1D5FE66833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816864" y="1600200"/>
            <a:ext cx="10871200" cy="4495800"/>
          </a:xfrm>
        </p:spPr>
        <p:txBody>
          <a:bodyPr>
            <a:normAutofit/>
          </a:bodyPr>
          <a:lstStyle>
            <a:lvl1pPr marL="457200" indent="-457200">
              <a:buClr>
                <a:schemeClr val="accent2">
                  <a:lumMod val="75000"/>
                </a:schemeClr>
              </a:buClr>
              <a:buSzPct val="100000"/>
              <a:buFont typeface="+mj-lt"/>
              <a:buAutoNum type="arabicPeriod"/>
              <a:defRPr sz="2000">
                <a:latin typeface="Arial" panose="020B0604020202020204" pitchFamily="34" charset="0"/>
                <a:ea typeface="페이북 OTF Light" panose="00000300000000000000" pitchFamily="50" charset="-127"/>
                <a:cs typeface="Arial" panose="020B0604020202020204" pitchFamily="34" charset="0"/>
              </a:defRPr>
            </a:lvl1pPr>
            <a:lvl2pPr marL="822960" indent="-457200">
              <a:buClr>
                <a:schemeClr val="accent2">
                  <a:lumMod val="75000"/>
                </a:schemeClr>
              </a:buClr>
              <a:buSzPct val="100000"/>
              <a:buFont typeface="+mj-lt"/>
              <a:buAutoNum type="arabicPeriod"/>
              <a:defRPr sz="2000">
                <a:latin typeface="Arial" panose="020B0604020202020204" pitchFamily="34" charset="0"/>
                <a:ea typeface="페이북 OTF Light" panose="00000300000000000000" pitchFamily="50" charset="-127"/>
                <a:cs typeface="Arial" panose="020B0604020202020204" pitchFamily="34" charset="0"/>
              </a:defRPr>
            </a:lvl2pPr>
            <a:lvl3pPr marL="1143000" indent="-457200">
              <a:buClr>
                <a:schemeClr val="accent2">
                  <a:lumMod val="75000"/>
                </a:schemeClr>
              </a:buClr>
              <a:buSzPct val="100000"/>
              <a:buFont typeface="+mj-lt"/>
              <a:buAutoNum type="arabicPeriod"/>
              <a:defRPr sz="2000">
                <a:latin typeface="Arial" panose="020B0604020202020204" pitchFamily="34" charset="0"/>
                <a:ea typeface="페이북 OTF Light" panose="00000300000000000000" pitchFamily="50" charset="-127"/>
                <a:cs typeface="Arial" panose="020B0604020202020204" pitchFamily="34" charset="0"/>
              </a:defRPr>
            </a:lvl3pPr>
            <a:lvl4pPr marL="1600200" indent="-457200">
              <a:buClr>
                <a:schemeClr val="accent2">
                  <a:lumMod val="75000"/>
                </a:schemeClr>
              </a:buClr>
              <a:buSzPct val="100000"/>
              <a:buFont typeface="+mj-lt"/>
              <a:buAutoNum type="arabicPeriod"/>
              <a:defRPr sz="2000">
                <a:latin typeface="Arial" panose="020B0604020202020204" pitchFamily="34" charset="0"/>
                <a:ea typeface="페이북 OTF Light" panose="00000300000000000000" pitchFamily="50" charset="-127"/>
                <a:cs typeface="Arial" panose="020B0604020202020204" pitchFamily="34" charset="0"/>
              </a:defRPr>
            </a:lvl4pPr>
            <a:lvl5pPr marL="2057400" indent="-457200">
              <a:buClr>
                <a:schemeClr val="accent2">
                  <a:lumMod val="75000"/>
                </a:schemeClr>
              </a:buClr>
              <a:buSzPct val="100000"/>
              <a:buFont typeface="+mj-lt"/>
              <a:buAutoNum type="arabicPeriod"/>
              <a:defRPr sz="2000">
                <a:latin typeface="Arial" panose="020B0604020202020204" pitchFamily="34" charset="0"/>
                <a:ea typeface="페이북 OTF Light" panose="00000300000000000000" pitchFamily="50" charset="-127"/>
                <a:cs typeface="Arial" panose="020B0604020202020204" pitchFamily="34" charset="0"/>
              </a:defRPr>
            </a:lvl5pPr>
          </a:lstStyle>
          <a:p>
            <a:pPr lvl="0" eaLnBrk="1" latinLnBrk="0" hangingPunct="1"/>
            <a:r>
              <a:rPr lang="ko-KR" altLang="en-US" dirty="0"/>
              <a:t>마스터 텍스트 스타일 편집</a:t>
            </a:r>
          </a:p>
          <a:p>
            <a:pPr lvl="1" eaLnBrk="1" latinLnBrk="0" hangingPunct="1"/>
            <a:r>
              <a:rPr lang="ko-KR" altLang="en-US" dirty="0"/>
              <a:t>둘째 수준</a:t>
            </a:r>
          </a:p>
          <a:p>
            <a:pPr lvl="2" eaLnBrk="1" latinLnBrk="0" hangingPunct="1"/>
            <a:r>
              <a:rPr lang="ko-KR" altLang="en-US" dirty="0"/>
              <a:t>셋째 수준</a:t>
            </a:r>
          </a:p>
          <a:p>
            <a:pPr lvl="3" eaLnBrk="1" latinLnBrk="0" hangingPunct="1"/>
            <a:r>
              <a:rPr lang="ko-KR" altLang="en-US" dirty="0"/>
              <a:t>넷째 수준</a:t>
            </a:r>
          </a:p>
          <a:p>
            <a:pPr lvl="4" eaLnBrk="1" latinLnBrk="0" hangingPunct="1"/>
            <a:r>
              <a:rPr lang="ko-KR" altLang="en-US" dirty="0"/>
              <a:t>다섯째 수준</a:t>
            </a:r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804707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828801" y="2743200"/>
            <a:ext cx="9497484" cy="1673225"/>
          </a:xfrm>
        </p:spPr>
        <p:txBody>
          <a:bodyPr anchor="t"/>
          <a:lstStyle>
            <a:lvl1pPr marL="0" indent="0">
              <a:buNone/>
              <a:defRPr sz="2800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ko-KR" altLang="en-US"/>
              <a:t>마스터 텍스트 스타일 편집</a:t>
            </a:r>
          </a:p>
        </p:txBody>
      </p:sp>
      <p:sp>
        <p:nvSpPr>
          <p:cNvPr id="7" name="직사각형 6"/>
          <p:cNvSpPr/>
          <p:nvPr/>
        </p:nvSpPr>
        <p:spPr bwMode="white">
          <a:xfrm>
            <a:off x="0" y="1524000"/>
            <a:ext cx="12192000" cy="1143000"/>
          </a:xfrm>
          <a:prstGeom prst="rect">
            <a:avLst/>
          </a:prstGeom>
          <a:solidFill>
            <a:srgbClr val="FFFFFF"/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직사각형 7"/>
          <p:cNvSpPr/>
          <p:nvPr/>
        </p:nvSpPr>
        <p:spPr>
          <a:xfrm>
            <a:off x="0" y="1600200"/>
            <a:ext cx="1727200" cy="990600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직사각형 8"/>
          <p:cNvSpPr/>
          <p:nvPr/>
        </p:nvSpPr>
        <p:spPr>
          <a:xfrm>
            <a:off x="1828800" y="1600200"/>
            <a:ext cx="10363200" cy="990600"/>
          </a:xfrm>
          <a:prstGeom prst="rect">
            <a:avLst/>
          </a:prstGeom>
          <a:solidFill>
            <a:schemeClr val="accent1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828800" y="1600200"/>
            <a:ext cx="10160000" cy="990600"/>
          </a:xfrm>
        </p:spPr>
        <p:txBody>
          <a:bodyPr/>
          <a:lstStyle>
            <a:lvl1pPr algn="l">
              <a:buNone/>
              <a:defRPr sz="4400" b="0" cap="none">
                <a:solidFill>
                  <a:srgbClr val="FFFFFF"/>
                </a:solidFill>
              </a:defRPr>
            </a:lvl1pPr>
          </a:lstStyle>
          <a:p>
            <a:r>
              <a:rPr kumimoji="0" lang="ko-KR" altLang="en-US"/>
              <a:t>마스터 제목 스타일 편집</a:t>
            </a:r>
            <a:endParaRPr kumimoji="0" lang="en-US"/>
          </a:p>
        </p:txBody>
      </p:sp>
      <p:sp>
        <p:nvSpPr>
          <p:cNvPr id="12" name="날짜 개체 틀 1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13" name="슬라이드 번호 개체 틀 12"/>
          <p:cNvSpPr>
            <a:spLocks noGrp="1"/>
          </p:cNvSpPr>
          <p:nvPr>
            <p:ph type="sldNum" sz="quarter" idx="11"/>
          </p:nvPr>
        </p:nvSpPr>
        <p:spPr>
          <a:xfrm>
            <a:off x="0" y="1752600"/>
            <a:ext cx="1727200" cy="701676"/>
          </a:xfrm>
        </p:spPr>
        <p:txBody>
          <a:bodyPr>
            <a:noAutofit/>
          </a:bodyPr>
          <a:lstStyle>
            <a:lvl1pPr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8B69FA23-577A-4174-B079-CD3EAA1F8E81}" type="slidenum">
              <a:rPr lang="ko-KR" altLang="en-US" smtClean="0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14" name="바닥글 개체 틀 13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6044353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ko-KR" altLang="en-US"/>
              <a:t>마스터 제목 스타일 편집</a:t>
            </a:r>
            <a:endParaRPr kumimoji="0" lang="en-US"/>
          </a:p>
        </p:txBody>
      </p:sp>
      <p:sp>
        <p:nvSpPr>
          <p:cNvPr id="9" name="내용 개체 틀 8"/>
          <p:cNvSpPr>
            <a:spLocks noGrp="1"/>
          </p:cNvSpPr>
          <p:nvPr>
            <p:ph sz="quarter" idx="1"/>
          </p:nvPr>
        </p:nvSpPr>
        <p:spPr>
          <a:xfrm>
            <a:off x="812800" y="1589567"/>
            <a:ext cx="5181600" cy="4572000"/>
          </a:xfrm>
        </p:spPr>
        <p:txBody>
          <a:bodyPr/>
          <a:lstStyle/>
          <a:p>
            <a:pPr lvl="0" eaLnBrk="1" latinLnBrk="0" hangingPunct="1"/>
            <a:r>
              <a:rPr lang="ko-KR" altLang="en-US"/>
              <a:t>마스터 텍스트 스타일 편집</a:t>
            </a:r>
          </a:p>
          <a:p>
            <a:pPr lvl="1" eaLnBrk="1" latinLnBrk="0" hangingPunct="1"/>
            <a:r>
              <a:rPr lang="ko-KR" altLang="en-US"/>
              <a:t>둘째 수준</a:t>
            </a:r>
          </a:p>
          <a:p>
            <a:pPr lvl="2" eaLnBrk="1" latinLnBrk="0" hangingPunct="1"/>
            <a:r>
              <a:rPr lang="ko-KR" altLang="en-US"/>
              <a:t>셋째 수준</a:t>
            </a:r>
          </a:p>
          <a:p>
            <a:pPr lvl="3" eaLnBrk="1" latinLnBrk="0" hangingPunct="1"/>
            <a:r>
              <a:rPr lang="ko-KR" altLang="en-US"/>
              <a:t>넷째 수준</a:t>
            </a:r>
          </a:p>
          <a:p>
            <a:pPr lvl="4" eaLnBrk="1" latinLnBrk="0" hangingPunct="1"/>
            <a:r>
              <a:rPr lang="ko-KR" altLang="en-US"/>
              <a:t>다섯째 수준</a:t>
            </a:r>
            <a:endParaRPr kumimoji="0" lang="en-US"/>
          </a:p>
        </p:txBody>
      </p:sp>
      <p:sp>
        <p:nvSpPr>
          <p:cNvPr id="11" name="내용 개체 틀 10"/>
          <p:cNvSpPr>
            <a:spLocks noGrp="1"/>
          </p:cNvSpPr>
          <p:nvPr>
            <p:ph sz="quarter" idx="2"/>
          </p:nvPr>
        </p:nvSpPr>
        <p:spPr>
          <a:xfrm>
            <a:off x="6459868" y="1589567"/>
            <a:ext cx="5181600" cy="4572000"/>
          </a:xfrm>
        </p:spPr>
        <p:txBody>
          <a:bodyPr/>
          <a:lstStyle/>
          <a:p>
            <a:pPr lvl="0" eaLnBrk="1" latinLnBrk="0" hangingPunct="1"/>
            <a:r>
              <a:rPr lang="ko-KR" altLang="en-US"/>
              <a:t>마스터 텍스트 스타일 편집</a:t>
            </a:r>
          </a:p>
          <a:p>
            <a:pPr lvl="1" eaLnBrk="1" latinLnBrk="0" hangingPunct="1"/>
            <a:r>
              <a:rPr lang="ko-KR" altLang="en-US"/>
              <a:t>둘째 수준</a:t>
            </a:r>
          </a:p>
          <a:p>
            <a:pPr lvl="2" eaLnBrk="1" latinLnBrk="0" hangingPunct="1"/>
            <a:r>
              <a:rPr lang="ko-KR" altLang="en-US"/>
              <a:t>셋째 수준</a:t>
            </a:r>
          </a:p>
          <a:p>
            <a:pPr lvl="3" eaLnBrk="1" latinLnBrk="0" hangingPunct="1"/>
            <a:r>
              <a:rPr lang="ko-KR" altLang="en-US"/>
              <a:t>넷째 수준</a:t>
            </a:r>
          </a:p>
          <a:p>
            <a:pPr lvl="4" eaLnBrk="1" latinLnBrk="0" hangingPunct="1"/>
            <a:r>
              <a:rPr lang="ko-KR" altLang="en-US"/>
              <a:t>다섯째 수준</a:t>
            </a:r>
            <a:endParaRPr kumimoji="0" lang="en-US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5"/>
          </p:nvPr>
        </p:nvSpPr>
        <p:spPr/>
        <p:txBody>
          <a:bodyPr rtlCol="0"/>
          <a:lstStyle/>
          <a:p>
            <a:pPr>
              <a:defRPr/>
            </a:pPr>
            <a:endParaRPr lang="en-US" altLang="ko-KR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>
              <a:defRPr/>
            </a:pPr>
            <a:fld id="{E0656931-C8A5-413E-9B57-76B293C15939}" type="slidenum">
              <a:rPr lang="ko-KR" altLang="en-US" smtClean="0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12" name="바닥글 개체 틀 11"/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pPr>
              <a:defRPr/>
            </a:pP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320696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11200" y="273050"/>
            <a:ext cx="10871200" cy="86995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ko-KR" altLang="en-US"/>
              <a:t>마스터 제목 스타일 편집</a:t>
            </a:r>
            <a:endParaRPr kumimoji="0" lang="en-US"/>
          </a:p>
        </p:txBody>
      </p:sp>
      <p:sp>
        <p:nvSpPr>
          <p:cNvPr id="11" name="내용 개체 틀 10"/>
          <p:cNvSpPr>
            <a:spLocks noGrp="1"/>
          </p:cNvSpPr>
          <p:nvPr>
            <p:ph sz="quarter" idx="2"/>
          </p:nvPr>
        </p:nvSpPr>
        <p:spPr>
          <a:xfrm>
            <a:off x="812800" y="2438400"/>
            <a:ext cx="5181600" cy="3581400"/>
          </a:xfrm>
        </p:spPr>
        <p:txBody>
          <a:bodyPr/>
          <a:lstStyle/>
          <a:p>
            <a:pPr lvl="0" eaLnBrk="1" latinLnBrk="0" hangingPunct="1"/>
            <a:r>
              <a:rPr lang="ko-KR" altLang="en-US"/>
              <a:t>마스터 텍스트 스타일 편집</a:t>
            </a:r>
          </a:p>
          <a:p>
            <a:pPr lvl="1" eaLnBrk="1" latinLnBrk="0" hangingPunct="1"/>
            <a:r>
              <a:rPr lang="ko-KR" altLang="en-US"/>
              <a:t>둘째 수준</a:t>
            </a:r>
          </a:p>
          <a:p>
            <a:pPr lvl="2" eaLnBrk="1" latinLnBrk="0" hangingPunct="1"/>
            <a:r>
              <a:rPr lang="ko-KR" altLang="en-US"/>
              <a:t>셋째 수준</a:t>
            </a:r>
          </a:p>
          <a:p>
            <a:pPr lvl="3" eaLnBrk="1" latinLnBrk="0" hangingPunct="1"/>
            <a:r>
              <a:rPr lang="ko-KR" altLang="en-US"/>
              <a:t>넷째 수준</a:t>
            </a:r>
          </a:p>
          <a:p>
            <a:pPr lvl="4" eaLnBrk="1" latinLnBrk="0" hangingPunct="1"/>
            <a:r>
              <a:rPr lang="ko-KR" altLang="en-US"/>
              <a:t>다섯째 수준</a:t>
            </a:r>
            <a:endParaRPr kumimoji="0" lang="en-US"/>
          </a:p>
        </p:txBody>
      </p:sp>
      <p:sp>
        <p:nvSpPr>
          <p:cNvPr id="13" name="내용 개체 틀 12"/>
          <p:cNvSpPr>
            <a:spLocks noGrp="1"/>
          </p:cNvSpPr>
          <p:nvPr>
            <p:ph sz="quarter" idx="4"/>
          </p:nvPr>
        </p:nvSpPr>
        <p:spPr>
          <a:xfrm>
            <a:off x="6400800" y="2438400"/>
            <a:ext cx="5181600" cy="3581400"/>
          </a:xfrm>
        </p:spPr>
        <p:txBody>
          <a:bodyPr/>
          <a:lstStyle/>
          <a:p>
            <a:pPr lvl="0" eaLnBrk="1" latinLnBrk="0" hangingPunct="1"/>
            <a:r>
              <a:rPr lang="ko-KR" altLang="en-US"/>
              <a:t>마스터 텍스트 스타일 편집</a:t>
            </a:r>
          </a:p>
          <a:p>
            <a:pPr lvl="1" eaLnBrk="1" latinLnBrk="0" hangingPunct="1"/>
            <a:r>
              <a:rPr lang="ko-KR" altLang="en-US"/>
              <a:t>둘째 수준</a:t>
            </a:r>
          </a:p>
          <a:p>
            <a:pPr lvl="2" eaLnBrk="1" latinLnBrk="0" hangingPunct="1"/>
            <a:r>
              <a:rPr lang="ko-KR" altLang="en-US"/>
              <a:t>셋째 수준</a:t>
            </a:r>
          </a:p>
          <a:p>
            <a:pPr lvl="3" eaLnBrk="1" latinLnBrk="0" hangingPunct="1"/>
            <a:r>
              <a:rPr lang="ko-KR" altLang="en-US"/>
              <a:t>넷째 수준</a:t>
            </a:r>
          </a:p>
          <a:p>
            <a:pPr lvl="4" eaLnBrk="1" latinLnBrk="0" hangingPunct="1"/>
            <a:r>
              <a:rPr lang="ko-KR" altLang="en-US"/>
              <a:t>다섯째 수준</a:t>
            </a:r>
            <a:endParaRPr kumimoji="0" lang="en-US"/>
          </a:p>
        </p:txBody>
      </p:sp>
      <p:sp>
        <p:nvSpPr>
          <p:cNvPr id="10" name="날짜 개체 틀 9"/>
          <p:cNvSpPr>
            <a:spLocks noGrp="1"/>
          </p:cNvSpPr>
          <p:nvPr>
            <p:ph type="dt" sz="half" idx="15"/>
          </p:nvPr>
        </p:nvSpPr>
        <p:spPr/>
        <p:txBody>
          <a:bodyPr rtlCol="0"/>
          <a:lstStyle/>
          <a:p>
            <a:pPr>
              <a:defRPr/>
            </a:pPr>
            <a:endParaRPr lang="en-US" altLang="ko-KR"/>
          </a:p>
        </p:txBody>
      </p:sp>
      <p:sp>
        <p:nvSpPr>
          <p:cNvPr id="12" name="슬라이드 번호 개체 틀 11"/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>
              <a:defRPr/>
            </a:pPr>
            <a:fld id="{E5F57DA8-2C03-45A9-87D3-8D11AEF3702D}" type="slidenum">
              <a:rPr lang="ko-KR" altLang="en-US" smtClean="0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14" name="바닥글 개체 틀 13"/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pPr>
              <a:defRPr/>
            </a:pPr>
            <a:endParaRPr lang="en-US" altLang="ko-KR"/>
          </a:p>
        </p:txBody>
      </p:sp>
      <p:sp>
        <p:nvSpPr>
          <p:cNvPr id="16" name="텍스트 개체 틀 15"/>
          <p:cNvSpPr>
            <a:spLocks noGrp="1"/>
          </p:cNvSpPr>
          <p:nvPr>
            <p:ph type="body" sz="quarter" idx="1"/>
          </p:nvPr>
        </p:nvSpPr>
        <p:spPr>
          <a:xfrm>
            <a:off x="812800" y="1752600"/>
            <a:ext cx="5181600" cy="640080"/>
          </a:xfrm>
          <a:solidFill>
            <a:schemeClr val="accent2"/>
          </a:solidFill>
        </p:spPr>
        <p:txBody>
          <a:bodyPr rtlCol="0" anchor="ctr"/>
          <a:lstStyle>
            <a:lvl1pPr marL="0" indent="0">
              <a:buFontTx/>
              <a:buNone/>
              <a:defRPr sz="2000" b="1">
                <a:solidFill>
                  <a:srgbClr val="FFFFFF"/>
                </a:solidFill>
              </a:defRPr>
            </a:lvl1pPr>
          </a:lstStyle>
          <a:p>
            <a:pPr lvl="0" eaLnBrk="1" latinLnBrk="0" hangingPunct="1"/>
            <a:r>
              <a:rPr kumimoji="0" lang="ko-KR" altLang="en-US"/>
              <a:t>마스터 텍스트 스타일 편집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3"/>
          </p:nvPr>
        </p:nvSpPr>
        <p:spPr>
          <a:xfrm>
            <a:off x="6400800" y="1752600"/>
            <a:ext cx="5181600" cy="640080"/>
          </a:xfrm>
          <a:solidFill>
            <a:schemeClr val="accent4"/>
          </a:solidFill>
        </p:spPr>
        <p:txBody>
          <a:bodyPr rtlCol="0" anchor="ctr"/>
          <a:lstStyle>
            <a:lvl1pPr marL="0" indent="0">
              <a:buFontTx/>
              <a:buNone/>
              <a:defRPr sz="2000" b="1">
                <a:solidFill>
                  <a:srgbClr val="FFFFFF"/>
                </a:solidFill>
              </a:defRPr>
            </a:lvl1pPr>
          </a:lstStyle>
          <a:p>
            <a:pPr lvl="0" eaLnBrk="1" latinLnBrk="0" hangingPunct="1"/>
            <a:r>
              <a:rPr kumimoji="0"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7359679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ko-KR" altLang="en-US"/>
              <a:t>마스터 제목 스타일 편집</a:t>
            </a:r>
            <a:endParaRPr kumimoji="0" 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EDA9D104-CE06-477C-8C2A-3639BC80EDFE}" type="slidenum">
              <a:rPr lang="ko-KR" altLang="en-US" smtClean="0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113503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0" y="6248400"/>
            <a:ext cx="711200" cy="3810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E4BCAB5B-8A42-4529-B66A-BF56D54BC4C9}" type="slidenum">
              <a:rPr lang="ko-KR" altLang="en-US" smtClean="0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4122390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12800" y="273050"/>
            <a:ext cx="10769600" cy="869950"/>
          </a:xfrm>
        </p:spPr>
        <p:txBody>
          <a:bodyPr anchor="ctr"/>
          <a:lstStyle>
            <a:lvl1pPr algn="l">
              <a:buNone/>
              <a:defRPr sz="4400" b="0"/>
            </a:lvl1pPr>
          </a:lstStyle>
          <a:p>
            <a:r>
              <a:rPr kumimoji="0" lang="ko-KR" altLang="en-US"/>
              <a:t>마스터 제목 스타일 편집</a:t>
            </a:r>
            <a:endParaRPr kumimoji="0" 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9FD9A8BA-51D7-4678-977D-28631F7009E1}" type="slidenum">
              <a:rPr lang="ko-KR" altLang="en-US" smtClean="0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3" name="텍스트 개체 틀 2"/>
          <p:cNvSpPr>
            <a:spLocks noGrp="1"/>
          </p:cNvSpPr>
          <p:nvPr>
            <p:ph type="body" idx="2"/>
          </p:nvPr>
        </p:nvSpPr>
        <p:spPr>
          <a:xfrm>
            <a:off x="812800" y="1752600"/>
            <a:ext cx="2133600" cy="4343400"/>
          </a:xfrm>
          <a:ln w="50800" cap="sq" cmpd="dbl" algn="ctr">
            <a:solidFill>
              <a:schemeClr val="accent2"/>
            </a:solidFill>
            <a:prstDash val="solid"/>
            <a:miter lim="800000"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137160" tIns="182880" rIns="137160" bIns="91440"/>
          <a:lstStyle>
            <a:lvl1pPr marL="0" indent="0">
              <a:spcAft>
                <a:spcPts val="1000"/>
              </a:spcAft>
              <a:buNone/>
              <a:defRPr sz="18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ko-KR" altLang="en-US"/>
              <a:t>마스터 텍스트 스타일 편집</a:t>
            </a:r>
          </a:p>
        </p:txBody>
      </p:sp>
      <p:sp>
        <p:nvSpPr>
          <p:cNvPr id="9" name="내용 개체 틀 8"/>
          <p:cNvSpPr>
            <a:spLocks noGrp="1"/>
          </p:cNvSpPr>
          <p:nvPr>
            <p:ph sz="quarter" idx="1"/>
          </p:nvPr>
        </p:nvSpPr>
        <p:spPr>
          <a:xfrm>
            <a:off x="3149600" y="1752600"/>
            <a:ext cx="8534400" cy="4419600"/>
          </a:xfrm>
        </p:spPr>
        <p:txBody>
          <a:bodyPr/>
          <a:lstStyle/>
          <a:p>
            <a:pPr lvl="0" eaLnBrk="1" latinLnBrk="0" hangingPunct="1"/>
            <a:r>
              <a:rPr lang="ko-KR" altLang="en-US"/>
              <a:t>마스터 텍스트 스타일 편집</a:t>
            </a:r>
          </a:p>
          <a:p>
            <a:pPr lvl="1" eaLnBrk="1" latinLnBrk="0" hangingPunct="1"/>
            <a:r>
              <a:rPr lang="ko-KR" altLang="en-US"/>
              <a:t>둘째 수준</a:t>
            </a:r>
          </a:p>
          <a:p>
            <a:pPr lvl="2" eaLnBrk="1" latinLnBrk="0" hangingPunct="1"/>
            <a:r>
              <a:rPr lang="ko-KR" altLang="en-US"/>
              <a:t>셋째 수준</a:t>
            </a:r>
          </a:p>
          <a:p>
            <a:pPr lvl="3" eaLnBrk="1" latinLnBrk="0" hangingPunct="1"/>
            <a:r>
              <a:rPr lang="ko-KR" altLang="en-US"/>
              <a:t>넷째 수준</a:t>
            </a:r>
          </a:p>
          <a:p>
            <a:pPr lvl="4" eaLnBrk="1" latinLnBrk="0" hangingPunct="1"/>
            <a:r>
              <a:rPr lang="ko-KR" altLang="en-US"/>
              <a:t>다섯째 수준</a:t>
            </a:r>
            <a:endParaRPr kumimoji="0" lang="en-US"/>
          </a:p>
        </p:txBody>
      </p:sp>
    </p:spTree>
    <p:extLst>
      <p:ext uri="{BB962C8B-B14F-4D97-AF65-F5344CB8AC3E}">
        <p14:creationId xmlns:p14="http://schemas.microsoft.com/office/powerpoint/2010/main" val="771537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133600" y="5486400"/>
            <a:ext cx="9753600" cy="685800"/>
          </a:xfrm>
        </p:spPr>
        <p:txBody>
          <a:bodyPr/>
          <a:lstStyle>
            <a:lvl1pPr marL="0" indent="0">
              <a:buFontTx/>
              <a:buNone/>
              <a:defRPr sz="1700"/>
            </a:lvl1pPr>
            <a:lvl2pPr>
              <a:buFontTx/>
              <a:buNone/>
              <a:defRPr sz="1200"/>
            </a:lvl2pPr>
            <a:lvl3pPr>
              <a:buFontTx/>
              <a:buNone/>
              <a:defRPr sz="1000"/>
            </a:lvl3pPr>
            <a:lvl4pPr>
              <a:buFontTx/>
              <a:buNone/>
              <a:defRPr sz="900"/>
            </a:lvl4pPr>
            <a:lvl5pPr>
              <a:buFontTx/>
              <a:buNone/>
              <a:defRPr sz="900"/>
            </a:lvl5pPr>
          </a:lstStyle>
          <a:p>
            <a:pPr lvl="0" eaLnBrk="1" latinLnBrk="0" hangingPunct="1"/>
            <a:r>
              <a:rPr kumimoji="0" lang="ko-KR" altLang="en-US"/>
              <a:t>마스터 텍스트 스타일 편집</a:t>
            </a:r>
          </a:p>
        </p:txBody>
      </p:sp>
      <p:sp>
        <p:nvSpPr>
          <p:cNvPr id="8" name="직사각형 7"/>
          <p:cNvSpPr/>
          <p:nvPr/>
        </p:nvSpPr>
        <p:spPr bwMode="white">
          <a:xfrm>
            <a:off x="-12192" y="4572000"/>
            <a:ext cx="12192000" cy="886968"/>
          </a:xfrm>
          <a:prstGeom prst="rect">
            <a:avLst/>
          </a:prstGeom>
          <a:solidFill>
            <a:srgbClr val="FFFFFF"/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직사각형 8"/>
          <p:cNvSpPr/>
          <p:nvPr/>
        </p:nvSpPr>
        <p:spPr>
          <a:xfrm>
            <a:off x="-12192" y="4663440"/>
            <a:ext cx="1950720" cy="713232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직사각형 9"/>
          <p:cNvSpPr/>
          <p:nvPr/>
        </p:nvSpPr>
        <p:spPr>
          <a:xfrm>
            <a:off x="2060448" y="4654296"/>
            <a:ext cx="10131552" cy="713232"/>
          </a:xfrm>
          <a:prstGeom prst="rect">
            <a:avLst/>
          </a:prstGeom>
          <a:solidFill>
            <a:schemeClr val="accent1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133600" y="4648200"/>
            <a:ext cx="9753600" cy="685800"/>
          </a:xfrm>
        </p:spPr>
        <p:txBody>
          <a:bodyPr anchor="ctr"/>
          <a:lstStyle>
            <a:lvl1pPr algn="l">
              <a:buNone/>
              <a:defRPr sz="2800" b="0">
                <a:solidFill>
                  <a:srgbClr val="FFFFFF"/>
                </a:solidFill>
              </a:defRPr>
            </a:lvl1pPr>
          </a:lstStyle>
          <a:p>
            <a:r>
              <a:rPr kumimoji="0" lang="ko-KR" altLang="en-US"/>
              <a:t>마스터 제목 스타일 편집</a:t>
            </a:r>
            <a:endParaRPr kumimoji="0" lang="en-US"/>
          </a:p>
        </p:txBody>
      </p:sp>
      <p:sp>
        <p:nvSpPr>
          <p:cNvPr id="11" name="직사각형 10"/>
          <p:cNvSpPr/>
          <p:nvPr/>
        </p:nvSpPr>
        <p:spPr bwMode="white">
          <a:xfrm>
            <a:off x="1930400" y="0"/>
            <a:ext cx="134112" cy="6867144"/>
          </a:xfrm>
          <a:prstGeom prst="rect">
            <a:avLst/>
          </a:prstGeom>
          <a:solidFill>
            <a:srgbClr val="FFFFFF"/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날짜 개체 틀 11"/>
          <p:cNvSpPr>
            <a:spLocks noGrp="1"/>
          </p:cNvSpPr>
          <p:nvPr>
            <p:ph type="dt" sz="half" idx="10"/>
          </p:nvPr>
        </p:nvSpPr>
        <p:spPr>
          <a:xfrm>
            <a:off x="8331200" y="6248401"/>
            <a:ext cx="3556000" cy="365125"/>
          </a:xfrm>
        </p:spPr>
        <p:txBody>
          <a:bodyPr rtlCol="0"/>
          <a:lstStyle/>
          <a:p>
            <a:pPr>
              <a:defRPr/>
            </a:pPr>
            <a:endParaRPr lang="en-US" altLang="ko-KR"/>
          </a:p>
        </p:txBody>
      </p:sp>
      <p:sp>
        <p:nvSpPr>
          <p:cNvPr id="13" name="슬라이드 번호 개체 틀 12"/>
          <p:cNvSpPr>
            <a:spLocks noGrp="1"/>
          </p:cNvSpPr>
          <p:nvPr>
            <p:ph type="sldNum" sz="quarter" idx="11"/>
          </p:nvPr>
        </p:nvSpPr>
        <p:spPr>
          <a:xfrm>
            <a:off x="0" y="4667249"/>
            <a:ext cx="1930400" cy="663578"/>
          </a:xfrm>
        </p:spPr>
        <p:txBody>
          <a:bodyPr rtlCol="0"/>
          <a:lstStyle>
            <a:lvl1pPr>
              <a:defRPr sz="2800"/>
            </a:lvl1pPr>
          </a:lstStyle>
          <a:p>
            <a:pPr>
              <a:defRPr/>
            </a:pPr>
            <a:fld id="{BDAE6BAC-25AD-49AF-8988-135AA9A5336E}" type="slidenum">
              <a:rPr lang="ko-KR" altLang="en-US" smtClean="0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14" name="바닥글 개체 틀 13"/>
          <p:cNvSpPr>
            <a:spLocks noGrp="1"/>
          </p:cNvSpPr>
          <p:nvPr>
            <p:ph type="ftr" sz="quarter" idx="12"/>
          </p:nvPr>
        </p:nvSpPr>
        <p:spPr>
          <a:xfrm>
            <a:off x="2133600" y="6248207"/>
            <a:ext cx="6096000" cy="365125"/>
          </a:xfrm>
        </p:spPr>
        <p:txBody>
          <a:bodyPr rtlCol="0"/>
          <a:lstStyle/>
          <a:p>
            <a:pPr>
              <a:defRPr/>
            </a:pPr>
            <a:endParaRPr lang="en-US" altLang="ko-KR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080768" y="0"/>
            <a:ext cx="10111232" cy="4568952"/>
          </a:xfrm>
          <a:solidFill>
            <a:schemeClr val="accent1">
              <a:tint val="40000"/>
            </a:schemeClr>
          </a:solidFill>
          <a:ln>
            <a:noFill/>
          </a:ln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ko-KR" altLang="en-US"/>
              <a:t>그림을 추가하려면 아이콘을 클릭하십시오</a:t>
            </a:r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1517177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ko-KR" altLang="en-US"/>
              <a:t>마스터 제목 스타일 편집</a:t>
            </a:r>
            <a:endParaRPr kumimoji="0" 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ko-KR" altLang="en-US"/>
              <a:t>마스터 텍스트 스타일 편집</a:t>
            </a:r>
          </a:p>
          <a:p>
            <a:pPr lvl="1" eaLnBrk="1" latinLnBrk="0" hangingPunct="1"/>
            <a:r>
              <a:rPr lang="ko-KR" altLang="en-US"/>
              <a:t>둘째 수준</a:t>
            </a:r>
          </a:p>
          <a:p>
            <a:pPr lvl="2" eaLnBrk="1" latinLnBrk="0" hangingPunct="1"/>
            <a:r>
              <a:rPr lang="ko-KR" altLang="en-US"/>
              <a:t>셋째 수준</a:t>
            </a:r>
          </a:p>
          <a:p>
            <a:pPr lvl="3" eaLnBrk="1" latinLnBrk="0" hangingPunct="1"/>
            <a:r>
              <a:rPr lang="ko-KR" altLang="en-US"/>
              <a:t>넷째 수준</a:t>
            </a:r>
          </a:p>
          <a:p>
            <a:pPr lvl="4" eaLnBrk="1" latinLnBrk="0" hangingPunct="1"/>
            <a:r>
              <a:rPr lang="ko-KR" altLang="en-US"/>
              <a:t>다섯째 수준</a:t>
            </a:r>
            <a:endParaRPr kumimoji="0" 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773D70D-104F-4FC4-BB2A-05387A695176}" type="slidenum">
              <a:rPr lang="ko-KR" altLang="en-US" smtClean="0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9898834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37600" y="609601"/>
            <a:ext cx="2743200" cy="5516563"/>
          </a:xfrm>
        </p:spPr>
        <p:txBody>
          <a:bodyPr vert="eaVert"/>
          <a:lstStyle/>
          <a:p>
            <a:r>
              <a:rPr kumimoji="0" lang="ko-KR" altLang="en-US"/>
              <a:t>마스터 제목 스타일 편집</a:t>
            </a:r>
            <a:endParaRPr kumimoji="0" 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600" y="609600"/>
            <a:ext cx="7416800" cy="5516564"/>
          </a:xfrm>
        </p:spPr>
        <p:txBody>
          <a:bodyPr vert="eaVert"/>
          <a:lstStyle/>
          <a:p>
            <a:pPr lvl="0" eaLnBrk="1" latinLnBrk="0" hangingPunct="1"/>
            <a:r>
              <a:rPr lang="ko-KR" altLang="en-US"/>
              <a:t>마스터 텍스트 스타일 편집</a:t>
            </a:r>
          </a:p>
          <a:p>
            <a:pPr lvl="1" eaLnBrk="1" latinLnBrk="0" hangingPunct="1"/>
            <a:r>
              <a:rPr lang="ko-KR" altLang="en-US"/>
              <a:t>둘째 수준</a:t>
            </a:r>
          </a:p>
          <a:p>
            <a:pPr lvl="2" eaLnBrk="1" latinLnBrk="0" hangingPunct="1"/>
            <a:r>
              <a:rPr lang="ko-KR" altLang="en-US"/>
              <a:t>셋째 수준</a:t>
            </a:r>
          </a:p>
          <a:p>
            <a:pPr lvl="3" eaLnBrk="1" latinLnBrk="0" hangingPunct="1"/>
            <a:r>
              <a:rPr lang="ko-KR" altLang="en-US"/>
              <a:t>넷째 수준</a:t>
            </a:r>
          </a:p>
          <a:p>
            <a:pPr lvl="4" eaLnBrk="1" latinLnBrk="0" hangingPunct="1"/>
            <a:r>
              <a:rPr lang="ko-KR" altLang="en-US"/>
              <a:t>다섯째 수준</a:t>
            </a:r>
            <a:endParaRPr kumimoji="0" 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8737600" y="6248403"/>
            <a:ext cx="2946400" cy="365125"/>
          </a:xfrm>
        </p:spPr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609602" y="6248208"/>
            <a:ext cx="7431311" cy="365125"/>
          </a:xfrm>
        </p:spPr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7" name="직사각형 6"/>
          <p:cNvSpPr/>
          <p:nvPr/>
        </p:nvSpPr>
        <p:spPr bwMode="white">
          <a:xfrm>
            <a:off x="8128424" y="0"/>
            <a:ext cx="42672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직사각형 7"/>
          <p:cNvSpPr/>
          <p:nvPr/>
        </p:nvSpPr>
        <p:spPr>
          <a:xfrm>
            <a:off x="8189384" y="609600"/>
            <a:ext cx="304800" cy="6248400"/>
          </a:xfrm>
          <a:prstGeom prst="rect">
            <a:avLst/>
          </a:prstGeom>
          <a:solidFill>
            <a:schemeClr val="accent1"/>
          </a:solidFill>
          <a:ln w="1905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직사각형 8"/>
          <p:cNvSpPr/>
          <p:nvPr/>
        </p:nvSpPr>
        <p:spPr>
          <a:xfrm>
            <a:off x="8189384" y="0"/>
            <a:ext cx="304800" cy="533400"/>
          </a:xfrm>
          <a:prstGeom prst="rect">
            <a:avLst/>
          </a:prstGeom>
          <a:solidFill>
            <a:schemeClr val="accent2"/>
          </a:solidFill>
          <a:ln w="1905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 rot="5400000">
            <a:off x="8075084" y="103716"/>
            <a:ext cx="533400" cy="325968"/>
          </a:xfrm>
        </p:spPr>
        <p:txBody>
          <a:bodyPr/>
          <a:lstStyle/>
          <a:p>
            <a:pPr>
              <a:defRPr/>
            </a:pPr>
            <a:fld id="{59C808C0-8DCB-4F09-80C3-E111BFE1D139}" type="slidenum">
              <a:rPr lang="ko-KR" altLang="en-US" smtClean="0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8958920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제목 및 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680634" y="381000"/>
            <a:ext cx="10206567" cy="5715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표 개체 틀 2"/>
          <p:cNvSpPr>
            <a:spLocks noGrp="1"/>
          </p:cNvSpPr>
          <p:nvPr>
            <p:ph type="tbl" idx="1"/>
          </p:nvPr>
        </p:nvSpPr>
        <p:spPr>
          <a:xfrm>
            <a:off x="914400" y="1333500"/>
            <a:ext cx="10949517" cy="4152900"/>
          </a:xfrm>
        </p:spPr>
        <p:txBody>
          <a:bodyPr/>
          <a:lstStyle/>
          <a:p>
            <a:pPr lvl="0"/>
            <a:r>
              <a:rPr lang="ko-KR" altLang="en-US" noProof="0"/>
              <a:t>표를 추가하려면 아이콘을 클릭하십시오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426DD91-57BF-4B54-8526-D830FF8DABED}" type="slidenum">
              <a:rPr lang="ko-KR" altLang="en-US" smtClean="0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898986244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9E576E-7EC6-4494-8CF2-4D66F557C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339FFAD-0639-4C80-B170-B7C00BF0C2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BC2502-4090-46EF-9F61-DC5497F50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F4F410D-5BB1-495A-AFDA-F0C9C2628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4BA2B21-EDA2-48C5-922E-0E7D8167C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DBAA38F-4B5D-41A0-9D72-67E36335308E}" type="slidenum">
              <a:rPr lang="ko-KR" altLang="en-US" smtClean="0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95699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5579B5-9E72-4844-8F0B-B7E09C444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0A5334-BA6B-4414-88C7-1448955F76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7C58AF-C939-43E6-A783-A4348AAAB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ko-KR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C32E6D-89CD-4E76-ADD6-1A1AA1CB0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A1505C-AE87-45A5-9822-4FC69F22A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0EA7A4B-E352-47A3-A059-C592E1DB00F4}" type="slidenum">
              <a:rPr lang="ko-KR" altLang="en-US" smtClean="0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CEA40E-4C87-461F-A93A-536ABC8D7AAF}"/>
              </a:ext>
            </a:extLst>
          </p:cNvPr>
          <p:cNvSpPr/>
          <p:nvPr userDrawn="1"/>
        </p:nvSpPr>
        <p:spPr>
          <a:xfrm rot="10800000">
            <a:off x="0" y="6562447"/>
            <a:ext cx="12192000" cy="306087"/>
          </a:xfrm>
          <a:prstGeom prst="rect">
            <a:avLst/>
          </a:prstGeom>
          <a:solidFill>
            <a:srgbClr val="0006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1304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F7529A-864A-4EA0-983E-E3D231D3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9DC8B97-B116-4B87-8948-E039CAA331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C64A98C-39B1-486F-9549-5966FB873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F2A6D9-311F-41F6-BE19-5DA28760D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D81F8E-8F4B-4595-A2B7-23381909D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B69FA23-577A-4174-B079-CD3EAA1F8E81}" type="slidenum">
              <a:rPr lang="ko-KR" altLang="en-US" smtClean="0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7700235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E1E3B4-ABB1-4A88-9608-13FFC1E2B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FB62A4-5224-4268-A7DC-7307DC6A80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35A76B-9C6B-4877-B8A5-FC93DE3075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C2A8BDA-996E-4B3F-B85F-4ED074D9B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9C16650-CBC5-4B94-9B6F-F8A88B310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60E395-30D3-412E-9E40-21023AAD7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0656931-C8A5-413E-9B57-76B293C15939}" type="slidenum">
              <a:rPr lang="ko-KR" altLang="en-US" smtClean="0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109122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F951B9-2EA0-48EA-87C9-4D7BB5321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B50835E-7F5F-4DC2-A21F-2916EA1C32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3C48F25-A58E-46A1-AC9E-DE7220D06A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19BEF51-D6CE-4E28-B241-0263F60DBA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6760E2A-1BDA-4AF9-AB5D-796CC15869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57D68EA-EAB6-4C79-A656-0D6C4FEA7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0C5CA7-77A2-4DE3-B103-D882511049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140C757-AA08-4B54-8563-6C140763D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5F57DA8-2C03-45A9-87D3-8D11AEF3702D}" type="slidenum">
              <a:rPr lang="ko-KR" altLang="en-US" smtClean="0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9611832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B8A1CC-F7C0-4FE6-97CB-180869B6B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A2BAC0E-7885-4FB8-B0AD-35A6F630D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692F5CF-892E-49FB-9757-9A1495A1A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B5B3A48-E36D-4148-89D8-6B9D89812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DA9D104-CE06-477C-8C2A-3639BC80EDFE}" type="slidenum">
              <a:rPr lang="ko-KR" altLang="en-US" smtClean="0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27508219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8735176-2D8F-4D58-A157-D4BD1F7D2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90505B9-1991-48EC-A8DF-E002B4F89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924489-3759-4212-AE5D-CB6827B1A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4BCAB5B-8A42-4529-B66A-BF56D54BC4C9}" type="slidenum">
              <a:rPr lang="ko-KR" altLang="en-US" smtClean="0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4652052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31946C-68D8-48B9-88F3-D704D204D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A235DB-D29D-4D37-8CCA-5A90BEB2F8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590D222-DC19-46CE-A092-0F07701FA6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FFDE61-EA08-4A75-A664-E38D6A3D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CD4FF31-D9A8-4C32-9DAC-24E15A538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67B696B-5692-4BCC-8087-553C2CD48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FD9A8BA-51D7-4678-977D-28631F7009E1}" type="slidenum">
              <a:rPr lang="ko-KR" altLang="en-US" smtClean="0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11728617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3B3AB6-8DA2-4C1E-ABB0-7F15DA2245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2C999F8-0E86-46BA-86EA-F39F26E4DE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5C0D453-E8E4-4E0B-9AD4-88827364E8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D4F302B-903B-461B-BABE-A587A0252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35C1E47-B9CE-4E16-A69F-7DAC54936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CEBFC97-7A91-4174-BA81-D1281DB9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DAE6BAC-25AD-49AF-8988-135AA9A5336E}" type="slidenum">
              <a:rPr lang="ko-KR" altLang="en-US" smtClean="0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88550408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EC6174-99DF-466A-922A-F99BA00DC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8DBC9D6-3518-4231-A4DD-76E7789F28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D00C05-4121-4FC9-9B44-719AB68F1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05DC8C-1921-4DBA-9324-B27D17A1F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B52815-8056-4496-B3E1-4E63DB2F0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773D70D-104F-4FC4-BB2A-05387A695176}" type="slidenum">
              <a:rPr lang="ko-KR" altLang="en-US" smtClean="0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2506037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FB4AFFC-F94C-4453-9C79-BD9CCBC720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38E4C67-2CA5-43C2-8DD7-B8774F90FC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7A2E05-670A-4302-86AB-0C09B2A07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2D3ADA-BD11-44CF-940E-D00F13E70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F6C78B3-71D2-4617-AEAB-D26F67078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9C808C0-8DCB-4F09-80C3-E111BFE1D139}" type="slidenum">
              <a:rPr lang="ko-KR" altLang="en-US" smtClean="0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2568002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개체 틀 21"/>
          <p:cNvSpPr>
            <a:spLocks noGrp="1"/>
          </p:cNvSpPr>
          <p:nvPr>
            <p:ph type="title"/>
          </p:nvPr>
        </p:nvSpPr>
        <p:spPr>
          <a:xfrm>
            <a:off x="812800" y="228600"/>
            <a:ext cx="10871200" cy="9906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r>
              <a:rPr kumimoji="0" lang="ko-KR" altLang="en-US"/>
              <a:t>마스터 제목 스타일 편집</a:t>
            </a:r>
            <a:endParaRPr kumimoji="0" lang="en-US"/>
          </a:p>
        </p:txBody>
      </p:sp>
      <p:sp>
        <p:nvSpPr>
          <p:cNvPr id="13" name="텍스트 개체 틀 12"/>
          <p:cNvSpPr>
            <a:spLocks noGrp="1"/>
          </p:cNvSpPr>
          <p:nvPr>
            <p:ph type="body" idx="1"/>
          </p:nvPr>
        </p:nvSpPr>
        <p:spPr>
          <a:xfrm>
            <a:off x="816864" y="1600200"/>
            <a:ext cx="10871200" cy="452628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ko-KR" altLang="en-US" dirty="0"/>
              <a:t>마스터 텍스트 스타일을 편집합니다</a:t>
            </a:r>
          </a:p>
          <a:p>
            <a:pPr lvl="1" eaLnBrk="1" latinLnBrk="0" hangingPunct="1"/>
            <a:r>
              <a:rPr kumimoji="0" lang="ko-KR" altLang="en-US" dirty="0"/>
              <a:t>둘째 수준</a:t>
            </a:r>
          </a:p>
          <a:p>
            <a:pPr lvl="2" eaLnBrk="1" latinLnBrk="0" hangingPunct="1"/>
            <a:r>
              <a:rPr kumimoji="0" lang="ko-KR" altLang="en-US" dirty="0"/>
              <a:t>셋째 수준</a:t>
            </a:r>
          </a:p>
          <a:p>
            <a:pPr lvl="3" eaLnBrk="1" latinLnBrk="0" hangingPunct="1"/>
            <a:r>
              <a:rPr kumimoji="0" lang="ko-KR" altLang="en-US" dirty="0"/>
              <a:t>넷째 수준</a:t>
            </a:r>
          </a:p>
          <a:p>
            <a:pPr lvl="4" eaLnBrk="1" latinLnBrk="0" hangingPunct="1"/>
            <a:r>
              <a:rPr kumimoji="0" lang="ko-KR" altLang="en-US" dirty="0"/>
              <a:t>다섯째 수준</a:t>
            </a:r>
            <a:endParaRPr kumimoji="0" lang="en-US" dirty="0"/>
          </a:p>
        </p:txBody>
      </p:sp>
      <p:sp>
        <p:nvSpPr>
          <p:cNvPr id="14" name="날짜 개체 틀 13"/>
          <p:cNvSpPr>
            <a:spLocks noGrp="1"/>
          </p:cNvSpPr>
          <p:nvPr>
            <p:ph type="dt" sz="half" idx="2"/>
          </p:nvPr>
        </p:nvSpPr>
        <p:spPr>
          <a:xfrm>
            <a:off x="8128000" y="6248401"/>
            <a:ext cx="3556000" cy="365125"/>
          </a:xfrm>
          <a:prstGeom prst="rect">
            <a:avLst/>
          </a:prstGeom>
        </p:spPr>
        <p:txBody>
          <a:bodyPr vert="horz" anchor="ctr" anchorCtr="0"/>
          <a:lstStyle>
            <a:lvl1pPr algn="l" eaLnBrk="1" latinLnBrk="0" hangingPunct="1">
              <a:defRPr kumimoji="0" sz="1400">
                <a:solidFill>
                  <a:schemeClr val="tx2"/>
                </a:solidFill>
                <a:ea typeface="페이북 OTF Light" panose="00000300000000000000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3"/>
          </p:nvPr>
        </p:nvSpPr>
        <p:spPr>
          <a:xfrm>
            <a:off x="812801" y="6248207"/>
            <a:ext cx="7228111" cy="365125"/>
          </a:xfrm>
          <a:prstGeom prst="rect">
            <a:avLst/>
          </a:prstGeom>
        </p:spPr>
        <p:txBody>
          <a:bodyPr vert="horz" anchor="ctr"/>
          <a:lstStyle>
            <a:lvl1pPr algn="r" eaLnBrk="1" latinLnBrk="0" hangingPunct="1">
              <a:defRPr kumimoji="0" sz="1400">
                <a:solidFill>
                  <a:schemeClr val="tx2"/>
                </a:solidFill>
                <a:ea typeface="페이북 OTF Light" panose="00000300000000000000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직사각형 6"/>
          <p:cNvSpPr/>
          <p:nvPr/>
        </p:nvSpPr>
        <p:spPr bwMode="white">
          <a:xfrm>
            <a:off x="0" y="1234440"/>
            <a:ext cx="12192000" cy="320040"/>
          </a:xfrm>
          <a:prstGeom prst="rect">
            <a:avLst/>
          </a:prstGeom>
          <a:solidFill>
            <a:srgbClr val="FFFFFF"/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직사각형 7"/>
          <p:cNvSpPr/>
          <p:nvPr/>
        </p:nvSpPr>
        <p:spPr>
          <a:xfrm>
            <a:off x="0" y="1280160"/>
            <a:ext cx="711200" cy="228600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직사각형 8"/>
          <p:cNvSpPr/>
          <p:nvPr/>
        </p:nvSpPr>
        <p:spPr>
          <a:xfrm>
            <a:off x="787400" y="1280160"/>
            <a:ext cx="11404600" cy="228600"/>
          </a:xfrm>
          <a:prstGeom prst="rect">
            <a:avLst/>
          </a:prstGeom>
          <a:solidFill>
            <a:schemeClr val="accent1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3" name="슬라이드 번호 개체 틀 22"/>
          <p:cNvSpPr>
            <a:spLocks noGrp="1"/>
          </p:cNvSpPr>
          <p:nvPr>
            <p:ph type="sldNum" sz="quarter" idx="4"/>
          </p:nvPr>
        </p:nvSpPr>
        <p:spPr>
          <a:xfrm>
            <a:off x="0" y="1272222"/>
            <a:ext cx="711200" cy="244476"/>
          </a:xfrm>
          <a:prstGeom prst="rect">
            <a:avLst/>
          </a:prstGeom>
        </p:spPr>
        <p:txBody>
          <a:bodyPr vert="horz" anchor="ctr" anchorCtr="0">
            <a:normAutofit/>
          </a:bodyPr>
          <a:lstStyle>
            <a:lvl1pPr algn="ctr" eaLnBrk="1" latinLnBrk="0" hangingPunct="1">
              <a:defRPr kumimoji="0" sz="1400" b="1">
                <a:solidFill>
                  <a:srgbClr val="FFFFFF"/>
                </a:solidFill>
                <a:ea typeface="페이북 OTF Light" panose="00000300000000000000" pitchFamily="50" charset="-127"/>
              </a:defRPr>
            </a:lvl1pPr>
          </a:lstStyle>
          <a:p>
            <a:pPr>
              <a:defRPr/>
            </a:pPr>
            <a:fld id="{C426DD91-57BF-4B54-8526-D830FF8DABED}" type="slidenum">
              <a:rPr lang="ko-KR" altLang="en-US" smtClean="0"/>
              <a:pPr>
                <a:defRPr/>
              </a:pPr>
              <a:t>‹#›</a:t>
            </a:fld>
            <a:endParaRPr lang="en-US" altLang="ko-KR" dirty="0"/>
          </a:p>
        </p:txBody>
      </p:sp>
      <p:pic>
        <p:nvPicPr>
          <p:cNvPr id="418818" name="Picture 2" descr="Image result for java icon"/>
          <p:cNvPicPr>
            <a:picLocks noChangeAspect="1" noChangeArrowheads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86" y="339962"/>
            <a:ext cx="568228" cy="767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 Box 12"/>
          <p:cNvSpPr txBox="1">
            <a:spLocks noChangeArrowheads="1"/>
          </p:cNvSpPr>
          <p:nvPr/>
        </p:nvSpPr>
        <p:spPr bwMode="auto">
          <a:xfrm>
            <a:off x="9389534" y="6591300"/>
            <a:ext cx="1930337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ko-KR" altLang="en-US" sz="1200" i="1" dirty="0">
                <a:solidFill>
                  <a:srgbClr val="000099"/>
                </a:solidFill>
                <a:latin typeface="Trebuchet MS" pitchFamily="34" charset="0"/>
                <a:ea typeface="페이북 OTF Light" panose="00000300000000000000" pitchFamily="50" charset="-127"/>
              </a:rPr>
              <a:t>쉽게 </a:t>
            </a:r>
            <a:r>
              <a:rPr lang="ko-KR" altLang="en-US" sz="1200" i="1" dirty="0" err="1">
                <a:solidFill>
                  <a:srgbClr val="000099"/>
                </a:solidFill>
                <a:latin typeface="Trebuchet MS" pitchFamily="34" charset="0"/>
                <a:ea typeface="페이북 OTF Light" panose="00000300000000000000" pitchFamily="50" charset="-127"/>
              </a:rPr>
              <a:t>풀어쓴</a:t>
            </a:r>
            <a:r>
              <a:rPr lang="ko-KR" altLang="en-US" sz="1200" i="1" dirty="0">
                <a:solidFill>
                  <a:srgbClr val="000099"/>
                </a:solidFill>
                <a:latin typeface="Trebuchet MS" pitchFamily="34" charset="0"/>
                <a:ea typeface="페이북 OTF Light" panose="00000300000000000000" pitchFamily="50" charset="-127"/>
              </a:rPr>
              <a:t> </a:t>
            </a:r>
            <a:r>
              <a:rPr lang="en-US" altLang="ko-KR" sz="1200" i="1" dirty="0">
                <a:solidFill>
                  <a:srgbClr val="000099"/>
                </a:solidFill>
                <a:latin typeface="Trebuchet MS" pitchFamily="34" charset="0"/>
                <a:ea typeface="페이북 OTF Light" panose="00000300000000000000" pitchFamily="50" charset="-127"/>
              </a:rPr>
              <a:t>C</a:t>
            </a:r>
            <a:r>
              <a:rPr lang="ko-KR" altLang="en-US" sz="1200" i="1" dirty="0">
                <a:solidFill>
                  <a:srgbClr val="000099"/>
                </a:solidFill>
                <a:latin typeface="Trebuchet MS" pitchFamily="34" charset="0"/>
                <a:ea typeface="페이북 OTF Light" panose="00000300000000000000" pitchFamily="50" charset="-127"/>
              </a:rPr>
              <a:t>언어 </a:t>
            </a:r>
            <a:r>
              <a:rPr lang="en-US" altLang="ko-KR" sz="1200" i="1" dirty="0">
                <a:solidFill>
                  <a:srgbClr val="000099"/>
                </a:solidFill>
                <a:latin typeface="Trebuchet MS" pitchFamily="34" charset="0"/>
                <a:ea typeface="페이북 OTF Light" panose="00000300000000000000" pitchFamily="50" charset="-127"/>
              </a:rPr>
              <a:t>Express</a:t>
            </a:r>
            <a:endParaRPr lang="ko-KR" altLang="en-US" sz="1200" i="1" dirty="0">
              <a:solidFill>
                <a:srgbClr val="000099"/>
              </a:solidFill>
              <a:latin typeface="Trebuchet MS" pitchFamily="34" charset="0"/>
              <a:ea typeface="페이북 OTF Light" panose="000003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10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93" r:id="rId3"/>
    <p:sldLayoutId id="2147483683" r:id="rId4"/>
    <p:sldLayoutId id="2147483684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0" r:id="rId11"/>
    <p:sldLayoutId id="2147483691" r:id="rId12"/>
    <p:sldLayoutId id="2147483692" r:id="rId13"/>
  </p:sldLayoutIdLst>
  <p:txStyles>
    <p:titleStyle>
      <a:lvl1pPr algn="l" rtl="0" eaLnBrk="1" latinLnBrk="1" hangingPunct="1">
        <a:spcBef>
          <a:spcPct val="0"/>
        </a:spcBef>
        <a:buNone/>
        <a:defRPr kumimoji="0"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20040" indent="-320040" algn="l" rtl="0" eaLnBrk="1" latinLnBrk="1" hangingPunct="1">
        <a:spcBef>
          <a:spcPts val="700"/>
        </a:spcBef>
        <a:buClr>
          <a:schemeClr val="accent2"/>
        </a:buClr>
        <a:buSzPct val="60000"/>
        <a:buFont typeface="Wingdings" panose="05000000000000000000" pitchFamily="2" charset="2"/>
        <a:buChar char="l"/>
        <a:defRPr kumimoji="0" sz="1800" kern="1200">
          <a:solidFill>
            <a:schemeClr val="tx1"/>
          </a:solidFill>
          <a:latin typeface="페이북 OTF Light" panose="00000300000000000000" pitchFamily="50" charset="-127"/>
          <a:ea typeface="페이북 OTF Light" panose="00000300000000000000" pitchFamily="50" charset="-127"/>
          <a:cs typeface="+mn-cs"/>
        </a:defRPr>
      </a:lvl1pPr>
      <a:lvl2pPr marL="640080" indent="-274320" algn="l" rtl="0" eaLnBrk="1" latinLnBrk="1" hangingPunct="1">
        <a:spcBef>
          <a:spcPts val="550"/>
        </a:spcBef>
        <a:buClr>
          <a:schemeClr val="accent1"/>
        </a:buClr>
        <a:buSzPct val="70000"/>
        <a:buFont typeface="Wingdings" panose="05000000000000000000" pitchFamily="2" charset="2"/>
        <a:buChar char="l"/>
        <a:defRPr kumimoji="0" sz="1800" kern="1200">
          <a:solidFill>
            <a:schemeClr val="tx1"/>
          </a:solidFill>
          <a:latin typeface="페이북 OTF Light" panose="00000300000000000000" pitchFamily="50" charset="-127"/>
          <a:ea typeface="페이북 OTF Light" panose="00000300000000000000" pitchFamily="50" charset="-127"/>
          <a:cs typeface="+mn-cs"/>
        </a:defRPr>
      </a:lvl2pPr>
      <a:lvl3pPr marL="914400" indent="-228600" algn="l" rtl="0" eaLnBrk="1" latinLnBrk="1" hangingPunct="1">
        <a:spcBef>
          <a:spcPts val="500"/>
        </a:spcBef>
        <a:buClr>
          <a:schemeClr val="accent2"/>
        </a:buClr>
        <a:buSzPct val="75000"/>
        <a:buFont typeface="Wingdings" panose="05000000000000000000" pitchFamily="2" charset="2"/>
        <a:buChar char="l"/>
        <a:defRPr kumimoji="0" sz="1800" kern="1200">
          <a:solidFill>
            <a:schemeClr val="tx1"/>
          </a:solidFill>
          <a:latin typeface="페이북 OTF Light" panose="00000300000000000000" pitchFamily="50" charset="-127"/>
          <a:ea typeface="페이북 OTF Light" panose="00000300000000000000" pitchFamily="50" charset="-127"/>
          <a:cs typeface="+mn-cs"/>
        </a:defRPr>
      </a:lvl3pPr>
      <a:lvl4pPr marL="1371600" indent="-228600" algn="l" rtl="0" eaLnBrk="1" latinLnBrk="1" hangingPunct="1">
        <a:spcBef>
          <a:spcPts val="400"/>
        </a:spcBef>
        <a:buClr>
          <a:schemeClr val="accent3"/>
        </a:buClr>
        <a:buSzPct val="75000"/>
        <a:buFont typeface="Wingdings" panose="05000000000000000000" pitchFamily="2" charset="2"/>
        <a:buChar char="l"/>
        <a:defRPr kumimoji="0" sz="1800" kern="1200">
          <a:solidFill>
            <a:schemeClr val="tx1"/>
          </a:solidFill>
          <a:latin typeface="페이북 OTF Light" panose="00000300000000000000" pitchFamily="50" charset="-127"/>
          <a:ea typeface="페이북 OTF Light" panose="00000300000000000000" pitchFamily="50" charset="-127"/>
          <a:cs typeface="+mn-cs"/>
        </a:defRPr>
      </a:lvl4pPr>
      <a:lvl5pPr marL="1828800" indent="-228600" algn="l" rtl="0" eaLnBrk="1" latinLnBrk="1" hangingPunct="1">
        <a:spcBef>
          <a:spcPts val="400"/>
        </a:spcBef>
        <a:buClr>
          <a:schemeClr val="accent4"/>
        </a:buClr>
        <a:buSzPct val="65000"/>
        <a:buFont typeface="Wingdings" panose="05000000000000000000" pitchFamily="2" charset="2"/>
        <a:buChar char="l"/>
        <a:defRPr kumimoji="0" sz="1800" kern="1200">
          <a:solidFill>
            <a:schemeClr val="tx1"/>
          </a:solidFill>
          <a:latin typeface="페이북 OTF Light" panose="00000300000000000000" pitchFamily="50" charset="-127"/>
          <a:ea typeface="페이북 OTF Light" panose="00000300000000000000" pitchFamily="50" charset="-127"/>
          <a:cs typeface="+mn-cs"/>
        </a:defRPr>
      </a:lvl5pPr>
      <a:lvl6pPr marL="2103120" indent="-228600" algn="l" rtl="0" eaLnBrk="1" latinLnBrk="1" hangingPunct="1">
        <a:spcBef>
          <a:spcPct val="20000"/>
        </a:spcBef>
        <a:buClr>
          <a:schemeClr val="accent1"/>
        </a:buClr>
        <a:buFont typeface="Wingdings"/>
        <a:buChar char="§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377440" indent="-228600" algn="l" rtl="0" eaLnBrk="1" latinLnBrk="1" hangingPunct="1">
        <a:spcBef>
          <a:spcPct val="20000"/>
        </a:spcBef>
        <a:buClr>
          <a:schemeClr val="accent2"/>
        </a:buClr>
        <a:buFont typeface="Wingdings"/>
        <a:buChar char="§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651760" indent="-228600" algn="l" rtl="0" eaLnBrk="1" latinLnBrk="1" hangingPunct="1">
        <a:spcBef>
          <a:spcPct val="20000"/>
        </a:spcBef>
        <a:buClr>
          <a:schemeClr val="accent3"/>
        </a:buClr>
        <a:buFont typeface="Wingdings"/>
        <a:buChar char="§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926080" indent="-228600" algn="l" rtl="0" eaLnBrk="1" latinLnBrk="1" hangingPunct="1">
        <a:spcBef>
          <a:spcPct val="20000"/>
        </a:spcBef>
        <a:buClr>
          <a:schemeClr val="accent4"/>
        </a:buClr>
        <a:buFont typeface="Wingdings"/>
        <a:buChar char="§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1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1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1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1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1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1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1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1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1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2E91044-AABA-40E0-B282-5E4110008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7CD1E57-BBDF-4ECD-81DF-5578F241E8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0A43D8-4621-47F7-93AC-C9417EAAE9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ea typeface="페이북 OTF Light" panose="00000300000000000000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02D9AE-B563-41AD-BAA3-95A211782B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ea typeface="페이북 OTF Light" panose="00000300000000000000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198B0B-4061-426E-B807-F00331FDE8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ea typeface="페이북 OTF Light" panose="00000300000000000000" pitchFamily="50" charset="-127"/>
              </a:defRPr>
            </a:lvl1pPr>
          </a:lstStyle>
          <a:p>
            <a:pPr>
              <a:defRPr/>
            </a:pPr>
            <a:fld id="{C426DD91-57BF-4B54-8526-D830FF8DABED}" type="slidenum">
              <a:rPr lang="ko-KR" altLang="en-US" smtClean="0"/>
              <a:pPr>
                <a:defRPr/>
              </a:pPr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042354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</p:sldLayoutIdLst>
  <p:txStyles>
    <p:titleStyle>
      <a:lvl1pPr algn="ctr" defTabSz="685800" rtl="0" eaLnBrk="1" latinLnBrk="1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여기어때 잘난체 OTF" panose="020B0600000101010101" pitchFamily="34" charset="-127"/>
          <a:ea typeface="여기어때 잘난체 OTF" panose="020B0600000101010101" pitchFamily="34" charset="-127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페이북 OTF Bold" panose="00000800000000000000" pitchFamily="50" charset="-127"/>
          <a:ea typeface="페이북 OTF Bold" panose="00000800000000000000" pitchFamily="50" charset="-127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페이북 OTF Bold" panose="00000800000000000000" pitchFamily="50" charset="-127"/>
          <a:ea typeface="페이북 OTF Bold" panose="00000800000000000000" pitchFamily="50" charset="-127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페이북 OTF Bold" panose="00000800000000000000" pitchFamily="50" charset="-127"/>
          <a:ea typeface="페이북 OTF Bold" panose="00000800000000000000" pitchFamily="50" charset="-127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페이북 OTF Bold" panose="00000800000000000000" pitchFamily="50" charset="-127"/>
          <a:ea typeface="페이북 OTF Bold" panose="00000800000000000000" pitchFamily="50" charset="-127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페이북 OTF Bold" panose="00000800000000000000" pitchFamily="50" charset="-127"/>
          <a:ea typeface="페이북 OTF Bold" panose="00000800000000000000" pitchFamily="50" charset="-127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gif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6A94A076-9241-4D87-91B5-AB7F59A1F22B}"/>
              </a:ext>
            </a:extLst>
          </p:cNvPr>
          <p:cNvSpPr/>
          <p:nvPr/>
        </p:nvSpPr>
        <p:spPr>
          <a:xfrm>
            <a:off x="0" y="0"/>
            <a:ext cx="1352550" cy="1352550"/>
          </a:xfrm>
          <a:custGeom>
            <a:avLst/>
            <a:gdLst>
              <a:gd name="connsiteX0" fmla="*/ 0 w 1352550"/>
              <a:gd name="connsiteY0" fmla="*/ 0 h 1352550"/>
              <a:gd name="connsiteX1" fmla="*/ 1352550 w 1352550"/>
              <a:gd name="connsiteY1" fmla="*/ 0 h 1352550"/>
              <a:gd name="connsiteX2" fmla="*/ 1352550 w 1352550"/>
              <a:gd name="connsiteY2" fmla="*/ 1352550 h 1352550"/>
              <a:gd name="connsiteX3" fmla="*/ 0 w 1352550"/>
              <a:gd name="connsiteY3" fmla="*/ 1352550 h 1352550"/>
              <a:gd name="connsiteX4" fmla="*/ 0 w 1352550"/>
              <a:gd name="connsiteY4" fmla="*/ 0 h 1352550"/>
              <a:gd name="connsiteX0" fmla="*/ 0 w 1352550"/>
              <a:gd name="connsiteY0" fmla="*/ 0 h 1352550"/>
              <a:gd name="connsiteX1" fmla="*/ 1352550 w 1352550"/>
              <a:gd name="connsiteY1" fmla="*/ 0 h 1352550"/>
              <a:gd name="connsiteX2" fmla="*/ 0 w 1352550"/>
              <a:gd name="connsiteY2" fmla="*/ 1352550 h 1352550"/>
              <a:gd name="connsiteX3" fmla="*/ 0 w 1352550"/>
              <a:gd name="connsiteY3" fmla="*/ 0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52550" h="1352550">
                <a:moveTo>
                  <a:pt x="0" y="0"/>
                </a:moveTo>
                <a:lnTo>
                  <a:pt x="1352550" y="0"/>
                </a:lnTo>
                <a:lnTo>
                  <a:pt x="0" y="1352550"/>
                </a:lnTo>
                <a:lnTo>
                  <a:pt x="0" y="0"/>
                </a:lnTo>
                <a:close/>
              </a:path>
            </a:pathLst>
          </a:custGeom>
          <a:solidFill>
            <a:srgbClr val="0006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DCBFB6-32FD-4A4D-8824-2FD4FF69B541}"/>
              </a:ext>
            </a:extLst>
          </p:cNvPr>
          <p:cNvSpPr txBox="1"/>
          <p:nvPr/>
        </p:nvSpPr>
        <p:spPr>
          <a:xfrm>
            <a:off x="1499519" y="2767280"/>
            <a:ext cx="919296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SourceTree </a:t>
            </a:r>
            <a:r>
              <a:rPr lang="ko-KR" altLang="en-US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써보기</a:t>
            </a:r>
            <a:endParaRPr lang="en-US" altLang="ko-KR" sz="4000">
              <a:solidFill>
                <a:srgbClr val="010F9E"/>
              </a:solidFill>
              <a:latin typeface="여기어때 잘난체 OTF" panose="020B0600000101010101" pitchFamily="34" charset="-127"/>
              <a:ea typeface="여기어때 잘난체 OTF" panose="020B0600000101010101" pitchFamily="34" charset="-127"/>
            </a:endParaRPr>
          </a:p>
          <a:p>
            <a:pPr algn="ctr" defTabSz="4572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&amp;</a:t>
            </a:r>
            <a:endParaRPr lang="en-US" altLang="ko-KR" sz="4000" dirty="0">
              <a:solidFill>
                <a:srgbClr val="010F9E"/>
              </a:solidFill>
              <a:latin typeface="여기어때 잘난체 OTF" panose="020B0600000101010101" pitchFamily="34" charset="-127"/>
              <a:ea typeface="여기어때 잘난체 OTF" panose="020B0600000101010101" pitchFamily="34" charset="-127"/>
            </a:endParaRPr>
          </a:p>
          <a:p>
            <a:pPr algn="ctr" defTabSz="4572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내 컴퓨터에 </a:t>
            </a:r>
            <a:r>
              <a:rPr lang="en-US" altLang="ko-KR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clone </a:t>
            </a:r>
            <a:r>
              <a:rPr lang="ko-KR" altLang="en-US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해보기</a:t>
            </a:r>
            <a:endParaRPr lang="en-US" altLang="ko-KR" sz="4000">
              <a:solidFill>
                <a:srgbClr val="010F9E"/>
              </a:solidFill>
              <a:latin typeface="여기어때 잘난체 OTF" panose="020B0600000101010101" pitchFamily="34" charset="-127"/>
              <a:ea typeface="여기어때 잘난체 OTF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65860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ko-KR" altLang="en-US" sz="3600">
                <a:solidFill>
                  <a:srgbClr val="010F9E"/>
                </a:solidFill>
              </a:rPr>
              <a:t>버전 관리의 시작점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B097A1-CA93-48BB-938A-73F80FAD2079}"/>
              </a:ext>
            </a:extLst>
          </p:cNvPr>
          <p:cNvSpPr txBox="1"/>
          <p:nvPr/>
        </p:nvSpPr>
        <p:spPr>
          <a:xfrm>
            <a:off x="1349454" y="1645711"/>
            <a:ext cx="5027533" cy="4616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사용이 어려움</a:t>
            </a: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그냥 폴더로 관리 하면 안되나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가능함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그런데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컴퓨터가 해킹 당한다면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?!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혹은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컴퓨터가 바뀐다면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? (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집컴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회사컴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프로젝트를 쉽게 공유하고 싶다면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여러곳에서 사용가능한 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Github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이 좋음</a:t>
            </a: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그러나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사용방법을 배워야 한다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78103C2-0EE5-485D-999F-A4E21AE781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532" y="1322941"/>
            <a:ext cx="5027533" cy="4975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139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ko-KR" altLang="en-US" sz="3600">
                <a:solidFill>
                  <a:srgbClr val="010F9E"/>
                </a:solidFill>
              </a:rPr>
              <a:t>자</a:t>
            </a:r>
            <a:r>
              <a:rPr lang="en-US" altLang="ko-KR" sz="3600">
                <a:solidFill>
                  <a:srgbClr val="010F9E"/>
                </a:solidFill>
              </a:rPr>
              <a:t>, </a:t>
            </a:r>
            <a:r>
              <a:rPr lang="ko-KR" altLang="en-US" sz="3600">
                <a:solidFill>
                  <a:srgbClr val="010F9E"/>
                </a:solidFill>
              </a:rPr>
              <a:t>이제 시작이야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1D2F7DF-C46E-412C-AF0B-375AA1423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5" y="1537552"/>
            <a:ext cx="5469945" cy="280076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6D7B59-81E7-4ECC-8931-89446EA68FCE}"/>
              </a:ext>
            </a:extLst>
          </p:cNvPr>
          <p:cNvSpPr txBox="1"/>
          <p:nvPr/>
        </p:nvSpPr>
        <p:spPr>
          <a:xfrm>
            <a:off x="0" y="4885848"/>
            <a:ext cx="6027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원래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git</a:t>
            </a:r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을 사용하려면 여기서 했어야 함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.</a:t>
            </a:r>
            <a:endParaRPr lang="ko-KR" altLang="en-US" i="1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3CE54A0-DDC6-4F05-88DB-8F23ADE0BE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4648" y="1537552"/>
            <a:ext cx="5648175" cy="29444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EEF80BC-E0E8-40D2-8A98-B726BA700395}"/>
              </a:ext>
            </a:extLst>
          </p:cNvPr>
          <p:cNvSpPr txBox="1"/>
          <p:nvPr/>
        </p:nvSpPr>
        <p:spPr>
          <a:xfrm>
            <a:off x="5744720" y="4929526"/>
            <a:ext cx="60273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웹페이지에서 작업하는건 기능이 부족함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.</a:t>
            </a:r>
          </a:p>
          <a:p>
            <a:pPr algn="ctr"/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(</a:t>
            </a:r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단순 수정밖에 안됨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)</a:t>
            </a:r>
            <a:endParaRPr lang="ko-KR" altLang="en-US" i="1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A54BE7-5FE2-4DAF-9A8D-26438F75B124}"/>
              </a:ext>
            </a:extLst>
          </p:cNvPr>
          <p:cNvSpPr txBox="1"/>
          <p:nvPr/>
        </p:nvSpPr>
        <p:spPr>
          <a:xfrm>
            <a:off x="654948" y="1060915"/>
            <a:ext cx="6027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Git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레포지토리 관리는 사실 어려움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왜냐하면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…</a:t>
            </a:r>
            <a:endParaRPr lang="ko-KR" altLang="en-US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94957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SourceTree, </a:t>
            </a:r>
            <a:r>
              <a:rPr lang="ko-KR" altLang="en-US" sz="3600">
                <a:solidFill>
                  <a:srgbClr val="010F9E"/>
                </a:solidFill>
              </a:rPr>
              <a:t>갓갓프로그램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1D2F7DF-C46E-412C-AF0B-375AA1423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5" y="1537552"/>
            <a:ext cx="5469945" cy="280076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6D7B59-81E7-4ECC-8931-89446EA68FCE}"/>
              </a:ext>
            </a:extLst>
          </p:cNvPr>
          <p:cNvSpPr txBox="1"/>
          <p:nvPr/>
        </p:nvSpPr>
        <p:spPr>
          <a:xfrm>
            <a:off x="0" y="4885848"/>
            <a:ext cx="60273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원래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git</a:t>
            </a:r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을 사용하려면 여기서 했어야 함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.</a:t>
            </a:r>
          </a:p>
          <a:p>
            <a:pPr algn="ctr"/>
            <a:endParaRPr lang="en-US" altLang="ko-KR" i="1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algn="ctr"/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기능의 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100%</a:t>
            </a:r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를 사용할 수 있지만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</a:t>
            </a:r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어려움</a:t>
            </a:r>
            <a:endParaRPr lang="ko-KR" altLang="en-US" i="1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B81BDB9-A56F-4801-9DA4-ADDBE981CD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459" y="1322941"/>
            <a:ext cx="4664150" cy="328738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3825650-5666-472A-B171-D52CDFF8302D}"/>
              </a:ext>
            </a:extLst>
          </p:cNvPr>
          <p:cNvSpPr txBox="1"/>
          <p:nvPr/>
        </p:nvSpPr>
        <p:spPr>
          <a:xfrm>
            <a:off x="5878857" y="4885848"/>
            <a:ext cx="60273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sourcetree</a:t>
            </a:r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라고 하는 엄청 좋은 툴을 사용하면 편함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</a:t>
            </a:r>
          </a:p>
          <a:p>
            <a:pPr algn="ctr"/>
            <a:endParaRPr lang="en-US" altLang="ko-KR" i="1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algn="ctr"/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하지만 기능의 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90% </a:t>
            </a:r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만 사용 가능</a:t>
            </a:r>
            <a:endParaRPr lang="ko-KR" altLang="en-US" i="1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F914F84-FE7C-44F8-B0FE-415EDFE83760}"/>
              </a:ext>
            </a:extLst>
          </p:cNvPr>
          <p:cNvCxnSpPr>
            <a:cxnSpLocks/>
          </p:cNvCxnSpPr>
          <p:nvPr/>
        </p:nvCxnSpPr>
        <p:spPr>
          <a:xfrm>
            <a:off x="838200" y="1602820"/>
            <a:ext cx="4793343" cy="2735494"/>
          </a:xfrm>
          <a:prstGeom prst="line">
            <a:avLst/>
          </a:prstGeom>
          <a:ln w="152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D88715B6-63B0-4294-820B-5F8E8D2F33E2}"/>
              </a:ext>
            </a:extLst>
          </p:cNvPr>
          <p:cNvCxnSpPr>
            <a:cxnSpLocks/>
          </p:cNvCxnSpPr>
          <p:nvPr/>
        </p:nvCxnSpPr>
        <p:spPr>
          <a:xfrm flipV="1">
            <a:off x="721093" y="1602820"/>
            <a:ext cx="4431478" cy="2519237"/>
          </a:xfrm>
          <a:prstGeom prst="line">
            <a:avLst/>
          </a:prstGeom>
          <a:ln w="152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DCFCEA7-C163-4874-B1FD-52E92EFE28A8}"/>
              </a:ext>
            </a:extLst>
          </p:cNvPr>
          <p:cNvSpPr txBox="1"/>
          <p:nvPr/>
        </p:nvSpPr>
        <p:spPr>
          <a:xfrm>
            <a:off x="654948" y="1060915"/>
            <a:ext cx="6027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Git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레포지토리 관리는 사실 어려움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왜냐하면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…</a:t>
            </a:r>
            <a:endParaRPr lang="ko-KR" altLang="en-US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87600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SourceTree, </a:t>
            </a:r>
            <a:r>
              <a:rPr lang="ko-KR" altLang="en-US" sz="3600">
                <a:solidFill>
                  <a:srgbClr val="010F9E"/>
                </a:solidFill>
              </a:rPr>
              <a:t>갓갓프로그램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26950F0-7D45-4038-BDF3-99FBB575F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143" y="1169921"/>
            <a:ext cx="5284283" cy="531070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88368E4-583F-4179-996E-EA80FBEFAA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4857" y="1750299"/>
            <a:ext cx="3884113" cy="1988772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F2659450-498E-495A-8BA4-EA112F47A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202" y="4406188"/>
            <a:ext cx="3004998" cy="211798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B9F60CA-70FC-4C3C-A28C-4DC679E5B13E}"/>
              </a:ext>
            </a:extLst>
          </p:cNvPr>
          <p:cNvSpPr txBox="1"/>
          <p:nvPr/>
        </p:nvSpPr>
        <p:spPr>
          <a:xfrm>
            <a:off x="654948" y="1060915"/>
            <a:ext cx="6027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Sourcetree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를 쓰면 편함</a:t>
            </a:r>
            <a:endParaRPr lang="ko-KR" altLang="en-US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92804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SourceTree, </a:t>
            </a:r>
            <a:r>
              <a:rPr lang="ko-KR" altLang="en-US" sz="3600">
                <a:solidFill>
                  <a:srgbClr val="010F9E"/>
                </a:solidFill>
              </a:rPr>
              <a:t>갓갓프로그램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D2A723-97F7-4B6E-92D4-72071C54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12" y="1714828"/>
            <a:ext cx="5936288" cy="311843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9975300-9437-43A5-AA3B-0BFF730C5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4241" y="1322941"/>
            <a:ext cx="5449415" cy="431412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EFC69E9-D1F2-4892-ACF7-4EB6174F6609}"/>
              </a:ext>
            </a:extLst>
          </p:cNvPr>
          <p:cNvSpPr txBox="1"/>
          <p:nvPr/>
        </p:nvSpPr>
        <p:spPr>
          <a:xfrm>
            <a:off x="0" y="5040479"/>
            <a:ext cx="6027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sourcetree </a:t>
            </a:r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검색하고</a:t>
            </a:r>
            <a:endParaRPr lang="ko-KR" altLang="en-US" i="1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A0CB60-4FC4-4A6F-B33B-04BDA3257598}"/>
              </a:ext>
            </a:extLst>
          </p:cNvPr>
          <p:cNvSpPr txBox="1"/>
          <p:nvPr/>
        </p:nvSpPr>
        <p:spPr>
          <a:xfrm>
            <a:off x="6027354" y="5844282"/>
            <a:ext cx="6027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Download for Windows </a:t>
            </a:r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클릭</a:t>
            </a:r>
            <a:endParaRPr lang="ko-KR" altLang="en-US" i="1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58621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SourceTree, </a:t>
            </a:r>
            <a:r>
              <a:rPr lang="ko-KR" altLang="en-US" sz="3600">
                <a:solidFill>
                  <a:srgbClr val="010F9E"/>
                </a:solidFill>
              </a:rPr>
              <a:t>갓갓프로그램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FC69E9-D1F2-4892-ACF7-4EB6174F6609}"/>
              </a:ext>
            </a:extLst>
          </p:cNvPr>
          <p:cNvSpPr txBox="1"/>
          <p:nvPr/>
        </p:nvSpPr>
        <p:spPr>
          <a:xfrm>
            <a:off x="1148591" y="5142079"/>
            <a:ext cx="37301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건너뛰기</a:t>
            </a:r>
            <a:endParaRPr lang="ko-KR" altLang="en-US" i="1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A0CB60-4FC4-4A6F-B33B-04BDA3257598}"/>
              </a:ext>
            </a:extLst>
          </p:cNvPr>
          <p:cNvSpPr txBox="1"/>
          <p:nvPr/>
        </p:nvSpPr>
        <p:spPr>
          <a:xfrm>
            <a:off x="5832928" y="4190757"/>
            <a:ext cx="6027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아니오 클릭</a:t>
            </a:r>
            <a:endParaRPr lang="ko-KR" altLang="en-US" i="1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73CBD59-D765-44F7-8505-2E5E56A20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379" y="1959718"/>
            <a:ext cx="4986596" cy="308076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078DF60-9C97-44FF-AF5B-0E6AF2D732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6970" y="2809439"/>
            <a:ext cx="4439270" cy="1381318"/>
          </a:xfrm>
          <a:prstGeom prst="rect">
            <a:avLst/>
          </a:prstGeom>
        </p:spPr>
      </p:pic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C251E644-B8EB-4063-8C0B-757C5A840087}"/>
              </a:ext>
            </a:extLst>
          </p:cNvPr>
          <p:cNvSpPr/>
          <p:nvPr/>
        </p:nvSpPr>
        <p:spPr>
          <a:xfrm>
            <a:off x="4153048" y="4561640"/>
            <a:ext cx="725714" cy="369331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73713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4C77-0928-1876-1CD8-444712A50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>
            <a:extLst>
              <a:ext uri="{FF2B5EF4-FFF2-40B4-BE49-F238E27FC236}">
                <a16:creationId xmlns:a16="http://schemas.microsoft.com/office/drawing/2014/main" id="{7D9BCE6D-68B2-30DA-C5BD-8BDB183BA00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SourceTree, </a:t>
            </a:r>
            <a:r>
              <a:rPr lang="ko-KR" altLang="en-US" sz="3600">
                <a:solidFill>
                  <a:srgbClr val="010F9E"/>
                </a:solidFill>
              </a:rPr>
              <a:t>갓갓프로그램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311F7ED-F5AE-90ED-BC7A-629763FF40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48" y="1430247"/>
            <a:ext cx="7611537" cy="5010849"/>
          </a:xfrm>
          <a:prstGeom prst="rect">
            <a:avLst/>
          </a:prstGeom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E3F1BD00-8671-46F6-BFC7-64D11CB5A506}"/>
              </a:ext>
            </a:extLst>
          </p:cNvPr>
          <p:cNvSpPr/>
          <p:nvPr/>
        </p:nvSpPr>
        <p:spPr>
          <a:xfrm>
            <a:off x="1441745" y="2037706"/>
            <a:ext cx="580571" cy="551543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BA1E305-EA83-DC49-8D3A-ADC396195BB9}"/>
              </a:ext>
            </a:extLst>
          </p:cNvPr>
          <p:cNvSpPr/>
          <p:nvPr/>
        </p:nvSpPr>
        <p:spPr>
          <a:xfrm>
            <a:off x="5055800" y="3102012"/>
            <a:ext cx="1262744" cy="324589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E880B95-85EC-D8E0-899B-BA2505023A85}"/>
              </a:ext>
            </a:extLst>
          </p:cNvPr>
          <p:cNvSpPr/>
          <p:nvPr/>
        </p:nvSpPr>
        <p:spPr>
          <a:xfrm>
            <a:off x="5687171" y="4936071"/>
            <a:ext cx="1516745" cy="483464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83E121-C55A-2EBC-E3A2-8869E2C44DDB}"/>
              </a:ext>
            </a:extLst>
          </p:cNvPr>
          <p:cNvSpPr txBox="1"/>
          <p:nvPr/>
        </p:nvSpPr>
        <p:spPr>
          <a:xfrm>
            <a:off x="2113614" y="2109479"/>
            <a:ext cx="6954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  <a:sym typeface="Wingdings" panose="05000000000000000000" pitchFamily="2" charset="2"/>
              </a:rPr>
              <a:t> 1</a:t>
            </a:r>
            <a:endParaRPr lang="ko-KR" altLang="en-US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4777ED-4BAD-3DB8-B330-6F81249893CE}"/>
              </a:ext>
            </a:extLst>
          </p:cNvPr>
          <p:cNvSpPr txBox="1"/>
          <p:nvPr/>
        </p:nvSpPr>
        <p:spPr>
          <a:xfrm>
            <a:off x="6445543" y="3057269"/>
            <a:ext cx="6954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  <a:sym typeface="Wingdings" panose="05000000000000000000" pitchFamily="2" charset="2"/>
              </a:rPr>
              <a:t> 2</a:t>
            </a:r>
            <a:endParaRPr lang="ko-KR" altLang="en-US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346DCD-8770-F5CE-89B4-0CDE35CC25EF}"/>
              </a:ext>
            </a:extLst>
          </p:cNvPr>
          <p:cNvSpPr txBox="1"/>
          <p:nvPr/>
        </p:nvSpPr>
        <p:spPr>
          <a:xfrm>
            <a:off x="7234432" y="4993137"/>
            <a:ext cx="6954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  <a:sym typeface="Wingdings" panose="05000000000000000000" pitchFamily="2" charset="2"/>
              </a:rPr>
              <a:t> 3</a:t>
            </a:r>
            <a:endParaRPr lang="ko-KR" altLang="en-US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6ED51A-7464-EE18-CC11-AE1DEE8B1BAD}"/>
              </a:ext>
            </a:extLst>
          </p:cNvPr>
          <p:cNvSpPr txBox="1"/>
          <p:nvPr/>
        </p:nvSpPr>
        <p:spPr>
          <a:xfrm>
            <a:off x="654948" y="1060915"/>
            <a:ext cx="6027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Sourcetree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에서 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Github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로그인</a:t>
            </a:r>
            <a:endParaRPr lang="ko-KR" altLang="en-US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F796143-D525-3B88-F664-B7423A630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90" y="1480487"/>
            <a:ext cx="3551164" cy="1806855"/>
          </a:xfrm>
          <a:prstGeom prst="rect">
            <a:avLst/>
          </a:prstGeom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864E4DF2-B75F-DD95-0A64-2422A8D13405}"/>
              </a:ext>
            </a:extLst>
          </p:cNvPr>
          <p:cNvSpPr/>
          <p:nvPr/>
        </p:nvSpPr>
        <p:spPr>
          <a:xfrm>
            <a:off x="10160000" y="2568260"/>
            <a:ext cx="1659787" cy="339872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821A03-AA6E-ED05-C19A-A25EE0D5022C}"/>
              </a:ext>
            </a:extLst>
          </p:cNvPr>
          <p:cNvSpPr txBox="1"/>
          <p:nvPr/>
        </p:nvSpPr>
        <p:spPr>
          <a:xfrm>
            <a:off x="9053282" y="3359289"/>
            <a:ext cx="2505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여기를 누르면 완료</a:t>
            </a:r>
            <a:endParaRPr lang="ko-KR" altLang="en-US" i="1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B2953356-12AA-2591-A921-EAE229F1D0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418" y="4103647"/>
            <a:ext cx="3403164" cy="160481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6028F30-E92D-84F1-81D1-2F73484A3DB9}"/>
              </a:ext>
            </a:extLst>
          </p:cNvPr>
          <p:cNvSpPr txBox="1"/>
          <p:nvPr/>
        </p:nvSpPr>
        <p:spPr>
          <a:xfrm>
            <a:off x="9031804" y="5708457"/>
            <a:ext cx="25052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로그인 완료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</a:t>
            </a:r>
          </a:p>
          <a:p>
            <a:pPr algn="ctr"/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확인 클릭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</a:t>
            </a:r>
            <a:endParaRPr lang="ko-KR" altLang="en-US" i="1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33969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SourceTree, </a:t>
            </a:r>
            <a:r>
              <a:rPr lang="ko-KR" altLang="en-US" sz="3600">
                <a:solidFill>
                  <a:srgbClr val="010F9E"/>
                </a:solidFill>
              </a:rPr>
              <a:t>갓갓프로그램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C07B180-FD0B-4A1C-98FD-01F1B221AE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48" y="1430247"/>
            <a:ext cx="7611537" cy="5010849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B504F51-542B-4E1B-B022-D3D4660A9629}"/>
              </a:ext>
            </a:extLst>
          </p:cNvPr>
          <p:cNvSpPr txBox="1"/>
          <p:nvPr/>
        </p:nvSpPr>
        <p:spPr>
          <a:xfrm>
            <a:off x="654948" y="1060915"/>
            <a:ext cx="6027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새 탭의 클론 / 추가 / 생성, 뭐가 다르지?</a:t>
            </a:r>
            <a:endParaRPr lang="ko-KR" altLang="en-US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034" name="설명: 클론/추가/생성">
            <a:extLst>
              <a:ext uri="{FF2B5EF4-FFF2-40B4-BE49-F238E27FC236}">
                <a16:creationId xmlns:a16="http://schemas.microsoft.com/office/drawing/2014/main" id="{1030559B-12C0-475C-A9BF-3E8A02F17872}"/>
              </a:ext>
            </a:extLst>
          </p:cNvPr>
          <p:cNvSpPr txBox="1"/>
          <p:nvPr/>
        </p:nvSpPr>
        <p:spPr>
          <a:xfrm>
            <a:off x="8352000" y="1440000"/>
            <a:ext cx="3780000" cy="3261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클론 (Clone) ← 우리는 이걸 씀!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60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GitHub에 이미 있는 저장소를 내 컴퓨터로 복사해서 가져오기</a:t>
            </a:r>
            <a:endParaRPr lang="en-US" altLang="ko-KR" sz="160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추가 (Add)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60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내 컴퓨터에 이미 있는 git 폴더를 목록에 등록만 함 (복사 X)</a:t>
            </a:r>
            <a:endParaRPr lang="en-US" altLang="ko-KR" sz="160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생성 (Create)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60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내 컴퓨터의 빈 폴더를 새 git 저장소로 만듦 (GitHub 연결은 나중에)</a:t>
            </a:r>
            <a:endParaRPr lang="en-US" altLang="ko-KR" sz="160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한 줄 요약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60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클론 = 가져오기 / 추가 = 등록하기 / 생성 = 새로 만들기</a:t>
            </a:r>
            <a:endParaRPr lang="en-US" altLang="ko-KR" sz="160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035" name="강조: 클론/추가/생성 버튼">
            <a:extLst>
              <a:ext uri="{FF2B5EF4-FFF2-40B4-BE49-F238E27FC236}">
                <a16:creationId xmlns:a16="http://schemas.microsoft.com/office/drawing/2014/main" id="{8EC6CDC6-B137-435B-AFC3-60C0D10A150F}"/>
              </a:ext>
            </a:extLst>
          </p:cNvPr>
          <p:cNvSpPr/>
          <p:nvPr/>
        </p:nvSpPr>
        <p:spPr>
          <a:xfrm>
            <a:off x="2808000" y="2052000"/>
            <a:ext cx="1835999" cy="503999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7561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SourceTree, </a:t>
            </a:r>
            <a:r>
              <a:rPr lang="ko-KR" altLang="en-US" sz="3600">
                <a:solidFill>
                  <a:srgbClr val="010F9E"/>
                </a:solidFill>
              </a:rPr>
              <a:t>갓갓프로그램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504F51-542B-4E1B-B022-D3D4660A9629}"/>
              </a:ext>
            </a:extLst>
          </p:cNvPr>
          <p:cNvSpPr txBox="1"/>
          <p:nvPr/>
        </p:nvSpPr>
        <p:spPr>
          <a:xfrm>
            <a:off x="654948" y="1060915"/>
            <a:ext cx="6027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아까 만든 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Repo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를 불러올 수 있음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</a:t>
            </a:r>
            <a:endParaRPr lang="ko-KR" altLang="en-US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E023467-087A-420B-9487-D2AD5A1101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905" y="1827165"/>
            <a:ext cx="6632190" cy="4278016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47A66DC2-9505-4291-AA9B-1382461CA4F9}"/>
              </a:ext>
            </a:extLst>
          </p:cNvPr>
          <p:cNvSpPr/>
          <p:nvPr/>
        </p:nvSpPr>
        <p:spPr>
          <a:xfrm>
            <a:off x="4961457" y="3724441"/>
            <a:ext cx="3079457" cy="281502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32F765A-864E-4C72-BC5E-D041BD93E889}"/>
              </a:ext>
            </a:extLst>
          </p:cNvPr>
          <p:cNvSpPr txBox="1"/>
          <p:nvPr/>
        </p:nvSpPr>
        <p:spPr>
          <a:xfrm>
            <a:off x="7806798" y="3724273"/>
            <a:ext cx="2973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아까 만든 레포 이름 검색</a:t>
            </a:r>
            <a:endParaRPr lang="ko-KR" altLang="en-US" i="1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B5FAFAF6-321F-4B3E-9835-696EEA5C98D5}"/>
              </a:ext>
            </a:extLst>
          </p:cNvPr>
          <p:cNvSpPr/>
          <p:nvPr/>
        </p:nvSpPr>
        <p:spPr>
          <a:xfrm>
            <a:off x="7315200" y="4617673"/>
            <a:ext cx="725714" cy="369331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DD7161B-383E-42CA-B2C0-C874AB01FDA0}"/>
              </a:ext>
            </a:extLst>
          </p:cNvPr>
          <p:cNvSpPr txBox="1"/>
          <p:nvPr/>
        </p:nvSpPr>
        <p:spPr>
          <a:xfrm>
            <a:off x="8040914" y="4573758"/>
            <a:ext cx="2505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해당 레포의 </a:t>
            </a:r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clone</a:t>
            </a:r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클릭</a:t>
            </a:r>
            <a:endParaRPr lang="ko-KR" altLang="en-US" i="1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86718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SourceTree, </a:t>
            </a:r>
            <a:r>
              <a:rPr lang="ko-KR" altLang="en-US" sz="3600">
                <a:solidFill>
                  <a:srgbClr val="010F9E"/>
                </a:solidFill>
              </a:rPr>
              <a:t>갓갓프로그램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504F51-542B-4E1B-B022-D3D4660A9629}"/>
              </a:ext>
            </a:extLst>
          </p:cNvPr>
          <p:cNvSpPr txBox="1"/>
          <p:nvPr/>
        </p:nvSpPr>
        <p:spPr>
          <a:xfrm>
            <a:off x="654948" y="1060915"/>
            <a:ext cx="6027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클론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: Repo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를 내 컴퓨터에 복사해서 갖고옴</a:t>
            </a:r>
            <a:endParaRPr lang="ko-KR" altLang="en-US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76087FD-9BC9-46F6-B0FA-A032D32ADA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162" y="2493784"/>
            <a:ext cx="4995673" cy="31569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2B6155-00A7-44DD-8862-C5860619D97B}"/>
              </a:ext>
            </a:extLst>
          </p:cNvPr>
          <p:cNvSpPr txBox="1"/>
          <p:nvPr/>
        </p:nvSpPr>
        <p:spPr>
          <a:xfrm>
            <a:off x="6857756" y="5650725"/>
            <a:ext cx="42944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바탕화면에 새폴더 만들어서 폴더 선택</a:t>
            </a:r>
            <a:endParaRPr lang="ko-KR" altLang="en-US" i="1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97EEA78-29E6-4397-BB57-B8C7FE6329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577666"/>
            <a:ext cx="5437481" cy="4679571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656E6445-7436-454B-AFAE-C5A0AF01C3CF}"/>
              </a:ext>
            </a:extLst>
          </p:cNvPr>
          <p:cNvSpPr/>
          <p:nvPr/>
        </p:nvSpPr>
        <p:spPr>
          <a:xfrm>
            <a:off x="4702629" y="3702923"/>
            <a:ext cx="725714" cy="369331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30DB04-6DB0-4DD6-9B9A-0B9179CFC889}"/>
              </a:ext>
            </a:extLst>
          </p:cNvPr>
          <p:cNvSpPr txBox="1"/>
          <p:nvPr/>
        </p:nvSpPr>
        <p:spPr>
          <a:xfrm>
            <a:off x="1133859" y="3151415"/>
            <a:ext cx="308979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github</a:t>
            </a:r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레포 주소</a:t>
            </a:r>
            <a:endParaRPr lang="ko-KR" altLang="en-US" i="1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EAA911-FBBE-46DE-B5CC-1CC4F44E246C}"/>
              </a:ext>
            </a:extLst>
          </p:cNvPr>
          <p:cNvSpPr txBox="1"/>
          <p:nvPr/>
        </p:nvSpPr>
        <p:spPr>
          <a:xfrm>
            <a:off x="1133859" y="3668166"/>
            <a:ext cx="308979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클론 받을 위치</a:t>
            </a:r>
            <a:endParaRPr lang="ko-KR" altLang="en-US" i="1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387611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SourceTree, </a:t>
            </a:r>
            <a:r>
              <a:rPr lang="ko-KR" altLang="en-US" sz="3600">
                <a:solidFill>
                  <a:srgbClr val="010F9E"/>
                </a:solidFill>
              </a:rPr>
              <a:t>갓갓프로그램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504F51-542B-4E1B-B022-D3D4660A9629}"/>
              </a:ext>
            </a:extLst>
          </p:cNvPr>
          <p:cNvSpPr txBox="1"/>
          <p:nvPr/>
        </p:nvSpPr>
        <p:spPr>
          <a:xfrm>
            <a:off x="654948" y="1060915"/>
            <a:ext cx="6027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클론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: Repo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를 내 컴퓨터에 복사해서 갖고옴</a:t>
            </a:r>
            <a:endParaRPr lang="ko-KR" altLang="en-US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AE1D41C-3B05-4588-857A-AD5C52BF1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68909"/>
            <a:ext cx="5083629" cy="438981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3ED5447-6822-4371-8BD8-5F3E17957E22}"/>
              </a:ext>
            </a:extLst>
          </p:cNvPr>
          <p:cNvSpPr txBox="1"/>
          <p:nvPr/>
        </p:nvSpPr>
        <p:spPr>
          <a:xfrm>
            <a:off x="1232772" y="6050483"/>
            <a:ext cx="42944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clone</a:t>
            </a:r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된 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repo</a:t>
            </a:r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를 볼 수 있음</a:t>
            </a:r>
            <a:endParaRPr lang="ko-KR" altLang="en-US" i="1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6768F88-18AF-485D-8258-EA3667CF11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717" y="1919410"/>
            <a:ext cx="5372850" cy="381053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FE0DBF9-6C41-4B9A-8E74-450AEF50F146}"/>
              </a:ext>
            </a:extLst>
          </p:cNvPr>
          <p:cNvSpPr txBox="1"/>
          <p:nvPr/>
        </p:nvSpPr>
        <p:spPr>
          <a:xfrm>
            <a:off x="6313718" y="5797085"/>
            <a:ext cx="5372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해당 폴더로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가보면 파일도 확인 할 수 있음</a:t>
            </a:r>
            <a:endParaRPr lang="ko-KR" altLang="en-US" i="1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EE3C41-4D92-4184-AB0D-DA2A992E0117}"/>
              </a:ext>
            </a:extLst>
          </p:cNvPr>
          <p:cNvSpPr txBox="1"/>
          <p:nvPr/>
        </p:nvSpPr>
        <p:spPr>
          <a:xfrm>
            <a:off x="1561618" y="3011673"/>
            <a:ext cx="4752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아까 업데이트한 기록이 남아 있음</a:t>
            </a:r>
            <a:endParaRPr lang="ko-KR" altLang="en-US" i="1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36311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6A94A076-9241-4D87-91B5-AB7F59A1F22B}"/>
              </a:ext>
            </a:extLst>
          </p:cNvPr>
          <p:cNvSpPr/>
          <p:nvPr/>
        </p:nvSpPr>
        <p:spPr>
          <a:xfrm>
            <a:off x="0" y="0"/>
            <a:ext cx="1352550" cy="1352550"/>
          </a:xfrm>
          <a:custGeom>
            <a:avLst/>
            <a:gdLst>
              <a:gd name="connsiteX0" fmla="*/ 0 w 1352550"/>
              <a:gd name="connsiteY0" fmla="*/ 0 h 1352550"/>
              <a:gd name="connsiteX1" fmla="*/ 1352550 w 1352550"/>
              <a:gd name="connsiteY1" fmla="*/ 0 h 1352550"/>
              <a:gd name="connsiteX2" fmla="*/ 1352550 w 1352550"/>
              <a:gd name="connsiteY2" fmla="*/ 1352550 h 1352550"/>
              <a:gd name="connsiteX3" fmla="*/ 0 w 1352550"/>
              <a:gd name="connsiteY3" fmla="*/ 1352550 h 1352550"/>
              <a:gd name="connsiteX4" fmla="*/ 0 w 1352550"/>
              <a:gd name="connsiteY4" fmla="*/ 0 h 1352550"/>
              <a:gd name="connsiteX0" fmla="*/ 0 w 1352550"/>
              <a:gd name="connsiteY0" fmla="*/ 0 h 1352550"/>
              <a:gd name="connsiteX1" fmla="*/ 1352550 w 1352550"/>
              <a:gd name="connsiteY1" fmla="*/ 0 h 1352550"/>
              <a:gd name="connsiteX2" fmla="*/ 0 w 1352550"/>
              <a:gd name="connsiteY2" fmla="*/ 1352550 h 1352550"/>
              <a:gd name="connsiteX3" fmla="*/ 0 w 1352550"/>
              <a:gd name="connsiteY3" fmla="*/ 0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52550" h="1352550">
                <a:moveTo>
                  <a:pt x="0" y="0"/>
                </a:moveTo>
                <a:lnTo>
                  <a:pt x="1352550" y="0"/>
                </a:lnTo>
                <a:lnTo>
                  <a:pt x="0" y="1352550"/>
                </a:lnTo>
                <a:lnTo>
                  <a:pt x="0" y="0"/>
                </a:lnTo>
                <a:close/>
              </a:path>
            </a:pathLst>
          </a:custGeom>
          <a:solidFill>
            <a:srgbClr val="0006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DCBFB6-32FD-4A4D-8824-2FD4FF69B541}"/>
              </a:ext>
            </a:extLst>
          </p:cNvPr>
          <p:cNvSpPr txBox="1"/>
          <p:nvPr/>
        </p:nvSpPr>
        <p:spPr>
          <a:xfrm>
            <a:off x="1499519" y="2459504"/>
            <a:ext cx="919296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Commit</a:t>
            </a:r>
          </a:p>
          <a:p>
            <a:pPr algn="ctr" defTabSz="4572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&amp;</a:t>
            </a:r>
          </a:p>
          <a:p>
            <a:pPr algn="ctr" defTabSz="4572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Push</a:t>
            </a:r>
          </a:p>
        </p:txBody>
      </p:sp>
    </p:spTree>
    <p:extLst>
      <p:ext uri="{BB962C8B-B14F-4D97-AF65-F5344CB8AC3E}">
        <p14:creationId xmlns:p14="http://schemas.microsoft.com/office/powerpoint/2010/main" val="27954341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ko-KR" altLang="en-US" sz="3600">
                <a:solidFill>
                  <a:srgbClr val="010F9E"/>
                </a:solidFill>
              </a:rPr>
              <a:t>만약 회사에 불이 나면 어쩌지</a:t>
            </a:r>
            <a:r>
              <a:rPr lang="en-US" altLang="ko-KR" sz="3600">
                <a:solidFill>
                  <a:srgbClr val="010F9E"/>
                </a:solidFill>
              </a:rPr>
              <a:t>?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B097A1-CA93-48BB-938A-73F80FAD2079}"/>
              </a:ext>
            </a:extLst>
          </p:cNvPr>
          <p:cNvSpPr txBox="1"/>
          <p:nvPr/>
        </p:nvSpPr>
        <p:spPr>
          <a:xfrm>
            <a:off x="1349454" y="1645711"/>
            <a:ext cx="1000434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Commit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이 뭐지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내 컴퓨터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(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로컬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)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에서 변경된 파일을 </a:t>
            </a: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lvl="1"/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내 컴퓨터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(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로컬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)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에 기록 하는 것</a:t>
            </a: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Push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가 뭐지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commit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한 파일을 </a:t>
            </a: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lvl="1"/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Github(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클라우드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)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에 올리는 것</a:t>
            </a: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pic>
        <p:nvPicPr>
          <p:cNvPr id="2" name="Picture 2" descr="Chapter 3 Git | Data Pipeline with R">
            <a:extLst>
              <a:ext uri="{FF2B5EF4-FFF2-40B4-BE49-F238E27FC236}">
                <a16:creationId xmlns:a16="http://schemas.microsoft.com/office/drawing/2014/main" id="{8FEBDEFB-11DD-4DB2-86D3-9F811529DC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7836" y="1221945"/>
            <a:ext cx="6154164" cy="4414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82623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ko-KR" altLang="en-US" sz="3600">
                <a:solidFill>
                  <a:srgbClr val="010F9E"/>
                </a:solidFill>
              </a:rPr>
              <a:t>만약 회사에 불이 나면 어쩌지</a:t>
            </a:r>
            <a:r>
              <a:rPr lang="en-US" altLang="ko-KR" sz="3600">
                <a:solidFill>
                  <a:srgbClr val="010F9E"/>
                </a:solidFill>
              </a:rPr>
              <a:t>?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pic>
        <p:nvPicPr>
          <p:cNvPr id="1026" name="Picture 2" descr="첨부 이미지">
            <a:extLst>
              <a:ext uri="{FF2B5EF4-FFF2-40B4-BE49-F238E27FC236}">
                <a16:creationId xmlns:a16="http://schemas.microsoft.com/office/drawing/2014/main" id="{8860656A-EF74-4CD7-82F8-1742C70B4E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4638" y="1477693"/>
            <a:ext cx="5604348" cy="4203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0B0CFE1-0D0E-43E7-B20F-7EF443ACF9F2}"/>
              </a:ext>
            </a:extLst>
          </p:cNvPr>
          <p:cNvSpPr txBox="1"/>
          <p:nvPr/>
        </p:nvSpPr>
        <p:spPr>
          <a:xfrm>
            <a:off x="5918212" y="5698993"/>
            <a:ext cx="6027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불이 나면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</a:t>
            </a:r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먼저 커밋 하고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</a:t>
            </a:r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푸쉬 하고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</a:t>
            </a:r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건물을 탈출 하세요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</a:t>
            </a:r>
            <a:endParaRPr lang="ko-KR" altLang="en-US" i="1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30559B-12C0-475C-A9BF-3E8A02F17872}"/>
              </a:ext>
            </a:extLst>
          </p:cNvPr>
          <p:cNvSpPr txBox="1"/>
          <p:nvPr/>
        </p:nvSpPr>
        <p:spPr>
          <a:xfrm>
            <a:off x="1349454" y="1645711"/>
            <a:ext cx="1000434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Commit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이 뭐지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내 컴퓨터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(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로컬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)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에서 변경된 파일을 </a:t>
            </a: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lvl="1"/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내 컴퓨터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(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로컬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)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에 기록 하는 것</a:t>
            </a: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Push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가 뭐지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commit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한 파일을 </a:t>
            </a: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lvl="1"/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Github(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클라우드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)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에 올리는 것</a:t>
            </a: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311061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Commit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B097A1-CA93-48BB-938A-73F80FAD2079}"/>
              </a:ext>
            </a:extLst>
          </p:cNvPr>
          <p:cNvSpPr txBox="1"/>
          <p:nvPr/>
        </p:nvSpPr>
        <p:spPr>
          <a:xfrm>
            <a:off x="1349454" y="1645711"/>
            <a:ext cx="100043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이제 폴더에서 새 파일을 추가 해보자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</a:t>
            </a:r>
            <a:endParaRPr lang="en-US" altLang="ko-KR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AA8323F-8CDA-43DF-B6BE-D804261ABA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483" y="2198915"/>
            <a:ext cx="4866191" cy="3462147"/>
          </a:xfrm>
          <a:prstGeom prst="rect">
            <a:avLst/>
          </a:prstGeom>
        </p:spPr>
      </p:pic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179C9D2-2E1D-444E-8AD4-A13D53CA14B6}"/>
              </a:ext>
            </a:extLst>
          </p:cNvPr>
          <p:cNvSpPr/>
          <p:nvPr/>
        </p:nvSpPr>
        <p:spPr>
          <a:xfrm>
            <a:off x="4847773" y="3560657"/>
            <a:ext cx="972456" cy="369331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74736B-4191-42EF-A382-0A7AF18E66EC}"/>
              </a:ext>
            </a:extLst>
          </p:cNvPr>
          <p:cNvSpPr txBox="1"/>
          <p:nvPr/>
        </p:nvSpPr>
        <p:spPr>
          <a:xfrm>
            <a:off x="3862545" y="5661062"/>
            <a:ext cx="42944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newfile.txt</a:t>
            </a:r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추가</a:t>
            </a:r>
            <a:endParaRPr lang="ko-KR" altLang="en-US" i="1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54151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Commit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B097A1-CA93-48BB-938A-73F80FAD2079}"/>
              </a:ext>
            </a:extLst>
          </p:cNvPr>
          <p:cNvSpPr txBox="1"/>
          <p:nvPr/>
        </p:nvSpPr>
        <p:spPr>
          <a:xfrm>
            <a:off x="368112" y="1005945"/>
            <a:ext cx="10004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추가된 파일 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commit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해보기</a:t>
            </a:r>
            <a:endParaRPr lang="ko-KR" altLang="en-US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A2DD5BA-90E1-40E5-9858-B9201F963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735" y="1473937"/>
            <a:ext cx="8543265" cy="4786098"/>
          </a:xfrm>
          <a:prstGeom prst="rect">
            <a:avLst/>
          </a:prstGeom>
        </p:spPr>
      </p:pic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D2E2A501-4658-4BBB-8B47-1E182DE77418}"/>
              </a:ext>
            </a:extLst>
          </p:cNvPr>
          <p:cNvSpPr/>
          <p:nvPr/>
        </p:nvSpPr>
        <p:spPr>
          <a:xfrm>
            <a:off x="1616735" y="1813081"/>
            <a:ext cx="498866" cy="576076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51EE37E5-AF52-4C2F-AA50-561F401BBCFA}"/>
              </a:ext>
            </a:extLst>
          </p:cNvPr>
          <p:cNvSpPr/>
          <p:nvPr/>
        </p:nvSpPr>
        <p:spPr>
          <a:xfrm>
            <a:off x="3278619" y="4128110"/>
            <a:ext cx="1046637" cy="342290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06A624-97C5-40DB-94CC-3B5FC8C62EA3}"/>
              </a:ext>
            </a:extLst>
          </p:cNvPr>
          <p:cNvSpPr txBox="1"/>
          <p:nvPr/>
        </p:nvSpPr>
        <p:spPr>
          <a:xfrm>
            <a:off x="2147884" y="1934833"/>
            <a:ext cx="2505248" cy="369332"/>
          </a:xfrm>
          <a:prstGeom prst="rect">
            <a:avLst/>
          </a:prstGeom>
          <a:solidFill>
            <a:srgbClr val="F5F5F5"/>
          </a:solidFill>
        </p:spPr>
        <p:txBody>
          <a:bodyPr wrap="square" rtlCol="0">
            <a:spAutoFit/>
          </a:bodyPr>
          <a:lstStyle/>
          <a:p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1. </a:t>
            </a:r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커밋으로 이동</a:t>
            </a:r>
            <a:endParaRPr lang="ko-KR" altLang="en-US" i="1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3418F1-BCF0-47C3-B716-B4922F35C876}"/>
              </a:ext>
            </a:extLst>
          </p:cNvPr>
          <p:cNvSpPr txBox="1"/>
          <p:nvPr/>
        </p:nvSpPr>
        <p:spPr>
          <a:xfrm>
            <a:off x="3372699" y="4553836"/>
            <a:ext cx="5263301" cy="646331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2. </a:t>
            </a:r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새 파일 확인</a:t>
            </a:r>
            <a:endParaRPr lang="en-US" altLang="ko-KR" i="1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놀랍게도</a:t>
            </a:r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 </a:t>
            </a:r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자동으로 변경사항을 보여준다</a:t>
            </a:r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</a:t>
            </a:r>
            <a:endParaRPr lang="ko-KR" altLang="en-US" i="1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DE47F36A-E04F-48D6-87F3-0B948830DDD2}"/>
              </a:ext>
            </a:extLst>
          </p:cNvPr>
          <p:cNvSpPr/>
          <p:nvPr/>
        </p:nvSpPr>
        <p:spPr>
          <a:xfrm>
            <a:off x="4144327" y="3964903"/>
            <a:ext cx="1225958" cy="163207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2BCB5F-A75E-46BA-A831-4EE3C53A403C}"/>
              </a:ext>
            </a:extLst>
          </p:cNvPr>
          <p:cNvSpPr txBox="1"/>
          <p:nvPr/>
        </p:nvSpPr>
        <p:spPr>
          <a:xfrm>
            <a:off x="5467489" y="3924340"/>
            <a:ext cx="4500000" cy="648000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3. </a:t>
            </a:r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스테이징 (커밋할 파일 고르기)</a:t>
            </a:r>
            <a:endParaRPr lang="ko-KR" altLang="en-US" i="1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'모두 스테이지에 올리기' 클릭</a:t>
            </a:r>
            <a:endParaRPr lang="ko-KR" altLang="en-US" i="1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1ACAE52E-D634-48FD-8A2F-70F0A2BD26E9}"/>
              </a:ext>
            </a:extLst>
          </p:cNvPr>
          <p:cNvSpPr/>
          <p:nvPr/>
        </p:nvSpPr>
        <p:spPr>
          <a:xfrm>
            <a:off x="3553120" y="5611127"/>
            <a:ext cx="1225958" cy="326414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ABF66AE-21BC-4E74-B902-F2FF469B1748}"/>
              </a:ext>
            </a:extLst>
          </p:cNvPr>
          <p:cNvSpPr txBox="1"/>
          <p:nvPr/>
        </p:nvSpPr>
        <p:spPr>
          <a:xfrm>
            <a:off x="4843376" y="5611127"/>
            <a:ext cx="2505248" cy="369332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4. </a:t>
            </a:r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변경사항 입력</a:t>
            </a:r>
            <a:endParaRPr lang="ko-KR" altLang="en-US" i="1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B576C2A-FCD1-4B85-AEA0-CD8B94411B3E}"/>
              </a:ext>
            </a:extLst>
          </p:cNvPr>
          <p:cNvSpPr txBox="1"/>
          <p:nvPr/>
        </p:nvSpPr>
        <p:spPr>
          <a:xfrm>
            <a:off x="10224298" y="5937541"/>
            <a:ext cx="1629995" cy="369332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5. </a:t>
            </a:r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커밋 클릭</a:t>
            </a:r>
            <a:endParaRPr lang="ko-KR" altLang="en-US" i="1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B9124B1A-B905-432E-A2F9-FA011FF3A295}"/>
              </a:ext>
            </a:extLst>
          </p:cNvPr>
          <p:cNvSpPr/>
          <p:nvPr/>
        </p:nvSpPr>
        <p:spPr>
          <a:xfrm>
            <a:off x="9492342" y="5980459"/>
            <a:ext cx="667657" cy="279576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1927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Commit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B097A1-CA93-48BB-938A-73F80FAD2079}"/>
              </a:ext>
            </a:extLst>
          </p:cNvPr>
          <p:cNvSpPr txBox="1"/>
          <p:nvPr/>
        </p:nvSpPr>
        <p:spPr>
          <a:xfrm>
            <a:off x="368112" y="1005945"/>
            <a:ext cx="100043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Commit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을 하더라도 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github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에 변화가 없음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왜냐하면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여러분 컴퓨터에 변경사항을 저장한 것이고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아직 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github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에는 안올라감</a:t>
            </a: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088275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Push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E701E79-034C-4E28-A5C9-4950F8329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7416" y="1834378"/>
            <a:ext cx="7297168" cy="45535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8450662-4117-463D-AAC5-C7187B336BB4}"/>
              </a:ext>
            </a:extLst>
          </p:cNvPr>
          <p:cNvSpPr txBox="1"/>
          <p:nvPr/>
        </p:nvSpPr>
        <p:spPr>
          <a:xfrm>
            <a:off x="368112" y="1005945"/>
            <a:ext cx="10004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추가된 파일 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push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해보기</a:t>
            </a:r>
            <a:endParaRPr lang="ko-KR" altLang="en-US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C998BCB5-3320-4A74-B122-640D78F8A805}"/>
              </a:ext>
            </a:extLst>
          </p:cNvPr>
          <p:cNvSpPr/>
          <p:nvPr/>
        </p:nvSpPr>
        <p:spPr>
          <a:xfrm>
            <a:off x="3686628" y="2383843"/>
            <a:ext cx="667657" cy="533527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1A10BB-C430-404C-AFC6-1E67AC0A8BD1}"/>
              </a:ext>
            </a:extLst>
          </p:cNvPr>
          <p:cNvSpPr txBox="1"/>
          <p:nvPr/>
        </p:nvSpPr>
        <p:spPr>
          <a:xfrm>
            <a:off x="4397827" y="2436912"/>
            <a:ext cx="1629995" cy="369332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6. push</a:t>
            </a:r>
            <a:endParaRPr lang="ko-KR" altLang="en-US" i="1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588785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Commit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B097A1-CA93-48BB-938A-73F80FAD2079}"/>
              </a:ext>
            </a:extLst>
          </p:cNvPr>
          <p:cNvSpPr txBox="1"/>
          <p:nvPr/>
        </p:nvSpPr>
        <p:spPr>
          <a:xfrm>
            <a:off x="368112" y="1005945"/>
            <a:ext cx="100043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Push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를 하고나면 변경사항이 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github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에 반영됨</a:t>
            </a: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즉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새로운 파일이 추가됨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</a:t>
            </a:r>
            <a:endParaRPr lang="ko-KR" altLang="en-US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32375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Push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B097A1-CA93-48BB-938A-73F80FAD2079}"/>
              </a:ext>
            </a:extLst>
          </p:cNvPr>
          <p:cNvSpPr txBox="1"/>
          <p:nvPr/>
        </p:nvSpPr>
        <p:spPr>
          <a:xfrm>
            <a:off x="1349454" y="1645711"/>
            <a:ext cx="4662240" cy="3161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Push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를 하게 되면 최종 파일이 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github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에 올라가게 됨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그러면 최종본이 바뀌게 됨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즉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프로젝트가 버전업이 된다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push하면 남들이 받아갈 수 있다!</a:t>
            </a:r>
            <a:endParaRPr lang="ko-KR" altLang="en-US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되돌리는 방법은 뒤에서 배우지만,</a:t>
            </a:r>
            <a:endParaRPr lang="ko-KR" altLang="en-US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이미 받아간 사람까지는 못 막는다</a:t>
            </a:r>
            <a:endParaRPr lang="ko-KR" altLang="en-US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6DB5A6F-5093-467C-B1A9-DCD8E529E0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27242"/>
            <a:ext cx="5868280" cy="380351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A88D541-7018-4B63-8BAE-6C0CE33B4C40}"/>
              </a:ext>
            </a:extLst>
          </p:cNvPr>
          <p:cNvSpPr txBox="1"/>
          <p:nvPr/>
        </p:nvSpPr>
        <p:spPr>
          <a:xfrm>
            <a:off x="6096000" y="5350392"/>
            <a:ext cx="58682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아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… </a:t>
            </a:r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실수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…</a:t>
            </a:r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망했다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… </a:t>
            </a:r>
          </a:p>
          <a:p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(</a:t>
            </a:r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잘못된 코드를 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push</a:t>
            </a:r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하면 모두가 힘들어짐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)</a:t>
            </a:r>
            <a:endParaRPr lang="ko-KR" altLang="en-US" i="1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25866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6A94A076-9241-4D87-91B5-AB7F59A1F22B}"/>
              </a:ext>
            </a:extLst>
          </p:cNvPr>
          <p:cNvSpPr/>
          <p:nvPr/>
        </p:nvSpPr>
        <p:spPr>
          <a:xfrm>
            <a:off x="0" y="0"/>
            <a:ext cx="1352550" cy="1352550"/>
          </a:xfrm>
          <a:custGeom>
            <a:avLst/>
            <a:gdLst>
              <a:gd name="connsiteX0" fmla="*/ 0 w 1352550"/>
              <a:gd name="connsiteY0" fmla="*/ 0 h 1352550"/>
              <a:gd name="connsiteX1" fmla="*/ 1352550 w 1352550"/>
              <a:gd name="connsiteY1" fmla="*/ 0 h 1352550"/>
              <a:gd name="connsiteX2" fmla="*/ 1352550 w 1352550"/>
              <a:gd name="connsiteY2" fmla="*/ 1352550 h 1352550"/>
              <a:gd name="connsiteX3" fmla="*/ 0 w 1352550"/>
              <a:gd name="connsiteY3" fmla="*/ 1352550 h 1352550"/>
              <a:gd name="connsiteX4" fmla="*/ 0 w 1352550"/>
              <a:gd name="connsiteY4" fmla="*/ 0 h 1352550"/>
              <a:gd name="connsiteX0" fmla="*/ 0 w 1352550"/>
              <a:gd name="connsiteY0" fmla="*/ 0 h 1352550"/>
              <a:gd name="connsiteX1" fmla="*/ 1352550 w 1352550"/>
              <a:gd name="connsiteY1" fmla="*/ 0 h 1352550"/>
              <a:gd name="connsiteX2" fmla="*/ 0 w 1352550"/>
              <a:gd name="connsiteY2" fmla="*/ 1352550 h 1352550"/>
              <a:gd name="connsiteX3" fmla="*/ 0 w 1352550"/>
              <a:gd name="connsiteY3" fmla="*/ 0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52550" h="1352550">
                <a:moveTo>
                  <a:pt x="0" y="0"/>
                </a:moveTo>
                <a:lnTo>
                  <a:pt x="1352550" y="0"/>
                </a:lnTo>
                <a:lnTo>
                  <a:pt x="0" y="1352550"/>
                </a:lnTo>
                <a:lnTo>
                  <a:pt x="0" y="0"/>
                </a:lnTo>
                <a:close/>
              </a:path>
            </a:pathLst>
          </a:custGeom>
          <a:solidFill>
            <a:srgbClr val="0006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DCBFB6-32FD-4A4D-8824-2FD4FF69B541}"/>
              </a:ext>
            </a:extLst>
          </p:cNvPr>
          <p:cNvSpPr txBox="1"/>
          <p:nvPr/>
        </p:nvSpPr>
        <p:spPr>
          <a:xfrm>
            <a:off x="1499519" y="3075057"/>
            <a:ext cx="919296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History</a:t>
            </a:r>
          </a:p>
          <a:p>
            <a:pPr algn="ctr" defTabSz="4572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과거 시점으로 돌아가기</a:t>
            </a:r>
            <a:endParaRPr lang="en-US" altLang="ko-KR" sz="4000">
              <a:solidFill>
                <a:srgbClr val="010F9E"/>
              </a:solidFill>
              <a:latin typeface="여기어때 잘난체 OTF" panose="020B0600000101010101" pitchFamily="34" charset="-127"/>
              <a:ea typeface="여기어때 잘난체 OTF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332227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4C0D1439-F8DF-4FB6-926E-ACE263E8BE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803" y="1110377"/>
            <a:ext cx="9506746" cy="5444773"/>
          </a:xfrm>
          <a:prstGeom prst="rect">
            <a:avLst/>
          </a:prstGeom>
        </p:spPr>
      </p:pic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History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EC6CDC6-B137-435B-AFC3-60C0D10A150F}"/>
              </a:ext>
            </a:extLst>
          </p:cNvPr>
          <p:cNvSpPr/>
          <p:nvPr/>
        </p:nvSpPr>
        <p:spPr>
          <a:xfrm>
            <a:off x="1775483" y="2663018"/>
            <a:ext cx="1046637" cy="312410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78F202-8768-499A-95C8-C4B267F5A0F1}"/>
              </a:ext>
            </a:extLst>
          </p:cNvPr>
          <p:cNvSpPr txBox="1"/>
          <p:nvPr/>
        </p:nvSpPr>
        <p:spPr>
          <a:xfrm>
            <a:off x="1562723" y="3013501"/>
            <a:ext cx="1629995" cy="1200329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History</a:t>
            </a:r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를 누르면 </a:t>
            </a:r>
            <a:endParaRPr lang="en-US" altLang="ko-KR" i="1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과거 시점을 볼 수 있다</a:t>
            </a:r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.</a:t>
            </a:r>
            <a:endParaRPr lang="ko-KR" altLang="en-US" i="1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6C492D-462E-4F50-84C4-3ED9BF8A4CB3}"/>
              </a:ext>
            </a:extLst>
          </p:cNvPr>
          <p:cNvSpPr txBox="1"/>
          <p:nvPr/>
        </p:nvSpPr>
        <p:spPr>
          <a:xfrm>
            <a:off x="4103149" y="3244334"/>
            <a:ext cx="2849195" cy="369332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원하는 시점을 더블 클릭</a:t>
            </a:r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</a:t>
            </a:r>
            <a:endParaRPr lang="ko-KR" altLang="en-US" i="1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A19F7DF2-5224-4FBF-8B02-2998AD4F0DBB}"/>
              </a:ext>
            </a:extLst>
          </p:cNvPr>
          <p:cNvCxnSpPr>
            <a:cxnSpLocks/>
          </p:cNvCxnSpPr>
          <p:nvPr/>
        </p:nvCxnSpPr>
        <p:spPr>
          <a:xfrm flipH="1" flipV="1">
            <a:off x="4615544" y="2946400"/>
            <a:ext cx="696685" cy="22468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13E09DA-3809-4EF3-B094-23139BDBA972}"/>
              </a:ext>
            </a:extLst>
          </p:cNvPr>
          <p:cNvSpPr txBox="1"/>
          <p:nvPr/>
        </p:nvSpPr>
        <p:spPr>
          <a:xfrm>
            <a:off x="7492235" y="5022334"/>
            <a:ext cx="2849195" cy="646331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다시</a:t>
            </a:r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폴더를 보면 파일이 원복되어있음</a:t>
            </a:r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</a:t>
            </a:r>
            <a:endParaRPr lang="ko-KR" altLang="en-US" i="1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BBF9213E-E07F-4A8A-9131-DE84C995141B}"/>
              </a:ext>
            </a:extLst>
          </p:cNvPr>
          <p:cNvCxnSpPr>
            <a:cxnSpLocks/>
          </p:cNvCxnSpPr>
          <p:nvPr/>
        </p:nvCxnSpPr>
        <p:spPr>
          <a:xfrm flipH="1">
            <a:off x="5747658" y="2276272"/>
            <a:ext cx="653142" cy="31827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4333E40-F94D-4B98-A2DC-C30670ABE0F1}"/>
              </a:ext>
            </a:extLst>
          </p:cNvPr>
          <p:cNvSpPr txBox="1"/>
          <p:nvPr/>
        </p:nvSpPr>
        <p:spPr>
          <a:xfrm>
            <a:off x="6400800" y="2054979"/>
            <a:ext cx="3706238" cy="369332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혹은 다시 최신 시점으로 이동</a:t>
            </a:r>
            <a:endParaRPr lang="ko-KR" altLang="en-US" i="1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034" name="경고: detached HEAD">
            <a:extLst>
              <a:ext uri="{FF2B5EF4-FFF2-40B4-BE49-F238E27FC236}">
                <a16:creationId xmlns:a16="http://schemas.microsoft.com/office/drawing/2014/main" id="{9C6C492D-462E-4F50-84C4-3ED9BF8A4CB3}"/>
              </a:ext>
            </a:extLst>
          </p:cNvPr>
          <p:cNvSpPr txBox="1"/>
          <p:nvPr/>
        </p:nvSpPr>
        <p:spPr>
          <a:xfrm>
            <a:off x="1548000" y="4320000"/>
            <a:ext cx="4896000" cy="1187971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주의! 더블클릭 = '과거를 구경하는 상태'</a:t>
            </a:r>
          </a:p>
          <a:p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(HEAD가 main에서 떨어져 나옴)</a:t>
            </a:r>
          </a:p>
          <a:p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이 상태에서 파일 수정 · 커밋 금지!</a:t>
            </a:r>
          </a:p>
          <a:p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다 봤으면 main 을 더블클릭해서 복귀</a:t>
            </a:r>
          </a:p>
        </p:txBody>
      </p:sp>
      <p:sp>
        <p:nvSpPr>
          <p:cNvPr id="1035" name="강조: HEAD 라벨">
            <a:extLst>
              <a:ext uri="{FF2B5EF4-FFF2-40B4-BE49-F238E27FC236}">
                <a16:creationId xmlns:a16="http://schemas.microsoft.com/office/drawing/2014/main" id="{8EC6CDC6-B137-435B-AFC3-60C0D10A150F}"/>
              </a:ext>
            </a:extLst>
          </p:cNvPr>
          <p:cNvSpPr/>
          <p:nvPr/>
        </p:nvSpPr>
        <p:spPr>
          <a:xfrm>
            <a:off x="3996000" y="2826000"/>
            <a:ext cx="684000" cy="216000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6" name="강조: main 라벨">
            <a:extLst>
              <a:ext uri="{FF2B5EF4-FFF2-40B4-BE49-F238E27FC236}">
                <a16:creationId xmlns:a16="http://schemas.microsoft.com/office/drawing/2014/main" id="{8EC6CDC6-B137-435B-AFC3-60C0D10A150F}"/>
              </a:ext>
            </a:extLst>
          </p:cNvPr>
          <p:cNvSpPr/>
          <p:nvPr/>
        </p:nvSpPr>
        <p:spPr>
          <a:xfrm>
            <a:off x="4014000" y="2502000"/>
            <a:ext cx="864000" cy="198000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05767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6A94A076-9241-4D87-91B5-AB7F59A1F22B}"/>
              </a:ext>
            </a:extLst>
          </p:cNvPr>
          <p:cNvSpPr/>
          <p:nvPr/>
        </p:nvSpPr>
        <p:spPr>
          <a:xfrm>
            <a:off x="0" y="0"/>
            <a:ext cx="1352550" cy="1352550"/>
          </a:xfrm>
          <a:custGeom>
            <a:avLst/>
            <a:gdLst>
              <a:gd name="connsiteX0" fmla="*/ 0 w 1352550"/>
              <a:gd name="connsiteY0" fmla="*/ 0 h 1352550"/>
              <a:gd name="connsiteX1" fmla="*/ 1352550 w 1352550"/>
              <a:gd name="connsiteY1" fmla="*/ 0 h 1352550"/>
              <a:gd name="connsiteX2" fmla="*/ 1352550 w 1352550"/>
              <a:gd name="connsiteY2" fmla="*/ 1352550 h 1352550"/>
              <a:gd name="connsiteX3" fmla="*/ 0 w 1352550"/>
              <a:gd name="connsiteY3" fmla="*/ 1352550 h 1352550"/>
              <a:gd name="connsiteX4" fmla="*/ 0 w 1352550"/>
              <a:gd name="connsiteY4" fmla="*/ 0 h 1352550"/>
              <a:gd name="connsiteX0" fmla="*/ 0 w 1352550"/>
              <a:gd name="connsiteY0" fmla="*/ 0 h 1352550"/>
              <a:gd name="connsiteX1" fmla="*/ 1352550 w 1352550"/>
              <a:gd name="connsiteY1" fmla="*/ 0 h 1352550"/>
              <a:gd name="connsiteX2" fmla="*/ 0 w 1352550"/>
              <a:gd name="connsiteY2" fmla="*/ 1352550 h 1352550"/>
              <a:gd name="connsiteX3" fmla="*/ 0 w 1352550"/>
              <a:gd name="connsiteY3" fmla="*/ 0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52550" h="1352550">
                <a:moveTo>
                  <a:pt x="0" y="0"/>
                </a:moveTo>
                <a:lnTo>
                  <a:pt x="1352550" y="0"/>
                </a:lnTo>
                <a:lnTo>
                  <a:pt x="0" y="1352550"/>
                </a:lnTo>
                <a:lnTo>
                  <a:pt x="0" y="0"/>
                </a:lnTo>
                <a:close/>
              </a:path>
            </a:pathLst>
          </a:custGeom>
          <a:solidFill>
            <a:srgbClr val="0006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DCBFB6-32FD-4A4D-8824-2FD4FF69B541}"/>
              </a:ext>
            </a:extLst>
          </p:cNvPr>
          <p:cNvSpPr txBox="1"/>
          <p:nvPr/>
        </p:nvSpPr>
        <p:spPr>
          <a:xfrm>
            <a:off x="1499519" y="3075057"/>
            <a:ext cx="91929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Reset (</a:t>
            </a:r>
            <a:r>
              <a:rPr lang="ko-KR" altLang="en-US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커밋 되돌리기</a:t>
            </a:r>
            <a:r>
              <a:rPr lang="en-US" altLang="ko-KR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871051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Reset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9AA178-66B9-4DC4-B465-3433D47977AF}"/>
              </a:ext>
            </a:extLst>
          </p:cNvPr>
          <p:cNvSpPr txBox="1"/>
          <p:nvPr/>
        </p:nvSpPr>
        <p:spPr>
          <a:xfrm>
            <a:off x="397140" y="1165602"/>
            <a:ext cx="1000434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Reset: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해당 커밋까지 모두 되돌리기</a:t>
            </a: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실수로 잘못된 파일을 커밋한 경우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해당 시점까지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되돌리기를 할 수 있다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다만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해당시점 이후로 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commit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했던 파일은 복구가 불가능해진다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.</a:t>
            </a:r>
          </a:p>
        </p:txBody>
      </p:sp>
      <p:pic>
        <p:nvPicPr>
          <p:cNvPr id="2050" name="Picture 2" descr="post-thumbnail">
            <a:extLst>
              <a:ext uri="{FF2B5EF4-FFF2-40B4-BE49-F238E27FC236}">
                <a16:creationId xmlns:a16="http://schemas.microsoft.com/office/drawing/2014/main" id="{69DC325D-1CFC-4C01-A104-0ACC99532AD6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8636" y="3015873"/>
            <a:ext cx="4762500" cy="2676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11ACD2C-437B-4BF8-AD0B-887DFCA7CD7B}"/>
              </a:ext>
            </a:extLst>
          </p:cNvPr>
          <p:cNvSpPr txBox="1"/>
          <p:nvPr/>
        </p:nvSpPr>
        <p:spPr>
          <a:xfrm>
            <a:off x="3482521" y="5742175"/>
            <a:ext cx="5868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과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..</a:t>
            </a:r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과거로 돌아가야해</a:t>
            </a:r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!!</a:t>
            </a:r>
            <a:endParaRPr lang="ko-KR" altLang="en-US" i="1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68937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Reset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CF7DBAC-EB27-492A-91A3-8CDB4A052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60" y="2452777"/>
            <a:ext cx="5792008" cy="2057687"/>
          </a:xfrm>
          <a:prstGeom prst="rect">
            <a:avLst/>
          </a:prstGeom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B1CD9784-A355-42B3-9518-D1FB8192305D}"/>
              </a:ext>
            </a:extLst>
          </p:cNvPr>
          <p:cNvSpPr/>
          <p:nvPr/>
        </p:nvSpPr>
        <p:spPr>
          <a:xfrm>
            <a:off x="3346315" y="3481620"/>
            <a:ext cx="700391" cy="252433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098B3AA3-DBF4-42B2-8F08-39A3861F5871}"/>
              </a:ext>
            </a:extLst>
          </p:cNvPr>
          <p:cNvSpPr/>
          <p:nvPr/>
        </p:nvSpPr>
        <p:spPr>
          <a:xfrm>
            <a:off x="3180945" y="2497304"/>
            <a:ext cx="395591" cy="252433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D9F051D-5DDA-445B-8B91-7D479E864E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6934" y="1186773"/>
            <a:ext cx="5873417" cy="5198709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73DB8EF1-028E-4591-91DF-99CCC1558DDA}"/>
              </a:ext>
            </a:extLst>
          </p:cNvPr>
          <p:cNvSpPr/>
          <p:nvPr/>
        </p:nvSpPr>
        <p:spPr>
          <a:xfrm>
            <a:off x="8031804" y="1492140"/>
            <a:ext cx="700391" cy="573164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752BE95-CE20-4599-ABE4-1B2CF866B163}"/>
              </a:ext>
            </a:extLst>
          </p:cNvPr>
          <p:cNvSpPr/>
          <p:nvPr/>
        </p:nvSpPr>
        <p:spPr>
          <a:xfrm>
            <a:off x="6166934" y="4922762"/>
            <a:ext cx="350195" cy="300992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0D5A0198-9BCF-49F9-AA9D-5B567D092FF7}"/>
              </a:ext>
            </a:extLst>
          </p:cNvPr>
          <p:cNvSpPr/>
          <p:nvPr/>
        </p:nvSpPr>
        <p:spPr>
          <a:xfrm>
            <a:off x="11353800" y="6074763"/>
            <a:ext cx="686551" cy="300992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E64BB4-82EF-47E3-AF39-53ADB448327C}"/>
              </a:ext>
            </a:extLst>
          </p:cNvPr>
          <p:cNvSpPr txBox="1"/>
          <p:nvPr/>
        </p:nvSpPr>
        <p:spPr>
          <a:xfrm>
            <a:off x="397140" y="1165602"/>
            <a:ext cx="5868000" cy="1065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Reset = 내 컴퓨터의 커밋 기록을 지우는 것 → 위험!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GitHub 기록까지 지우려면 '강제 푸시' 필요 (기본은 꺼져 있음)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도구 &gt; 옵션 &gt; Git &gt; '강제 푸시 가능' 체크</a:t>
            </a:r>
          </a:p>
        </p:txBody>
      </p:sp>
    </p:spTree>
    <p:extLst>
      <p:ext uri="{BB962C8B-B14F-4D97-AF65-F5344CB8AC3E}">
        <p14:creationId xmlns:p14="http://schemas.microsoft.com/office/powerpoint/2010/main" val="27492465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7374C98-BA8B-4250-B428-0308630C2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2733" y="1109943"/>
            <a:ext cx="8786533" cy="4931951"/>
          </a:xfrm>
          <a:prstGeom prst="rect">
            <a:avLst/>
          </a:prstGeom>
        </p:spPr>
      </p:pic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Reset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EC6CDC6-B137-435B-AFC3-60C0D10A150F}"/>
              </a:ext>
            </a:extLst>
          </p:cNvPr>
          <p:cNvSpPr/>
          <p:nvPr/>
        </p:nvSpPr>
        <p:spPr>
          <a:xfrm>
            <a:off x="4476853" y="4019195"/>
            <a:ext cx="2030951" cy="252433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6C492D-462E-4F50-84C4-3ED9BF8A4CB3}"/>
              </a:ext>
            </a:extLst>
          </p:cNvPr>
          <p:cNvSpPr txBox="1"/>
          <p:nvPr/>
        </p:nvSpPr>
        <p:spPr>
          <a:xfrm>
            <a:off x="4926004" y="2024736"/>
            <a:ext cx="5260914" cy="369332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1. </a:t>
            </a:r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되돌리고 싶은 커밋을 마우스 우클릭</a:t>
            </a:r>
            <a:endParaRPr lang="en-US" altLang="ko-KR" i="1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A19F7DF2-5224-4FBF-8B02-2998AD4F0DBB}"/>
              </a:ext>
            </a:extLst>
          </p:cNvPr>
          <p:cNvCxnSpPr>
            <a:cxnSpLocks/>
          </p:cNvCxnSpPr>
          <p:nvPr/>
        </p:nvCxnSpPr>
        <p:spPr>
          <a:xfrm flipH="1">
            <a:off x="4189043" y="2230589"/>
            <a:ext cx="682169" cy="497259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13E09DA-3809-4EF3-B094-23139BDBA972}"/>
              </a:ext>
            </a:extLst>
          </p:cNvPr>
          <p:cNvSpPr txBox="1"/>
          <p:nvPr/>
        </p:nvSpPr>
        <p:spPr>
          <a:xfrm>
            <a:off x="6580590" y="3960745"/>
            <a:ext cx="4340943" cy="369332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이 커밋까지 현재 브랜치를 초기화 클릭</a:t>
            </a:r>
            <a:endParaRPr lang="ko-KR" altLang="en-US" i="1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70714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Reset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sp>
        <p:nvSpPr>
          <p:cNvPr id="3" name="설명 텍스트">
            <a:extLst>
              <a:ext uri="{FF2B5EF4-FFF2-40B4-BE49-F238E27FC236}">
                <a16:creationId xmlns:a16="http://schemas.microsoft.com/office/drawing/2014/main" id="{9C6C492D-462E-4F50-84C4-3ED9BF8A4CB3}"/>
              </a:ext>
            </a:extLst>
          </p:cNvPr>
          <p:cNvSpPr txBox="1"/>
          <p:nvPr/>
        </p:nvSpPr>
        <p:spPr>
          <a:xfrm>
            <a:off x="396000" y="1152000"/>
            <a:ext cx="5580000" cy="364492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2. 되돌리기 방식 선택 → Hard 선택 → 확인</a:t>
            </a:r>
          </a:p>
        </p:txBody>
      </p:sp>
      <p:sp>
        <p:nvSpPr>
          <p:cNvPr id="4" name="설명 텍스트">
            <a:extLst>
              <a:ext uri="{FF2B5EF4-FFF2-40B4-BE49-F238E27FC236}">
                <a16:creationId xmlns:a16="http://schemas.microsoft.com/office/drawing/2014/main" id="{43E64BB4-82EF-47E3-AF39-53ADB448327C}"/>
              </a:ext>
            </a:extLst>
          </p:cNvPr>
          <p:cNvSpPr txBox="1"/>
          <p:nvPr/>
        </p:nvSpPr>
        <p:spPr>
          <a:xfrm>
            <a:off x="396000" y="1800000"/>
            <a:ext cx="5580000" cy="13099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Hard: 커밋 기록 + 파일 내용까지 전부 그 시점으로 되돌림 (우리는 이걸 씀)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Mixed / Soft: 커밋 기록만 되돌리고, 바뀐 파일 내용은 폴더에 남겨둠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초보자는 Hard 하나만 기억하면 됨!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78EF2C1-231A-2981-8A50-9CBC82B782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454984"/>
            <a:ext cx="56388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Reset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35EE5C6-DA40-4270-9595-B194F03EF4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8458" y="1322941"/>
            <a:ext cx="8415083" cy="4728258"/>
          </a:xfrm>
          <a:prstGeom prst="rect">
            <a:avLst/>
          </a:prstGeom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D349E22-6993-439D-B15A-67B84F491F66}"/>
              </a:ext>
            </a:extLst>
          </p:cNvPr>
          <p:cNvSpPr/>
          <p:nvPr/>
        </p:nvSpPr>
        <p:spPr>
          <a:xfrm>
            <a:off x="2976664" y="1783970"/>
            <a:ext cx="385863" cy="385298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4B55F0B9-1C89-4D50-A416-0F7BC7D95FDA}"/>
              </a:ext>
            </a:extLst>
          </p:cNvPr>
          <p:cNvSpPr/>
          <p:nvPr/>
        </p:nvSpPr>
        <p:spPr>
          <a:xfrm>
            <a:off x="3871608" y="4303435"/>
            <a:ext cx="288587" cy="268566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9859555-64FB-4DBB-A23D-E9E3EE5AE587}"/>
              </a:ext>
            </a:extLst>
          </p:cNvPr>
          <p:cNvSpPr/>
          <p:nvPr/>
        </p:nvSpPr>
        <p:spPr>
          <a:xfrm>
            <a:off x="7887513" y="4303435"/>
            <a:ext cx="653372" cy="268566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A2B830-E080-472D-B1B9-82853EE25BBC}"/>
              </a:ext>
            </a:extLst>
          </p:cNvPr>
          <p:cNvSpPr txBox="1"/>
          <p:nvPr/>
        </p:nvSpPr>
        <p:spPr>
          <a:xfrm>
            <a:off x="5568914" y="4665268"/>
            <a:ext cx="4340943" cy="646331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3. Push 클릭 → '강제 푸시' 체크 → Push</a:t>
            </a:r>
            <a:endParaRPr lang="ko-KR" altLang="en-US" i="1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이렇게 하면 GitHub의 commit 기록까지 사라진다..</a:t>
            </a:r>
            <a:endParaRPr lang="ko-KR" altLang="en-US" i="1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012677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6A94A076-9241-4D87-91B5-AB7F59A1F22B}"/>
              </a:ext>
            </a:extLst>
          </p:cNvPr>
          <p:cNvSpPr/>
          <p:nvPr/>
        </p:nvSpPr>
        <p:spPr>
          <a:xfrm>
            <a:off x="0" y="0"/>
            <a:ext cx="1352550" cy="1352550"/>
          </a:xfrm>
          <a:custGeom>
            <a:avLst/>
            <a:gdLst>
              <a:gd name="connsiteX0" fmla="*/ 0 w 1352550"/>
              <a:gd name="connsiteY0" fmla="*/ 0 h 1352550"/>
              <a:gd name="connsiteX1" fmla="*/ 1352550 w 1352550"/>
              <a:gd name="connsiteY1" fmla="*/ 0 h 1352550"/>
              <a:gd name="connsiteX2" fmla="*/ 1352550 w 1352550"/>
              <a:gd name="connsiteY2" fmla="*/ 1352550 h 1352550"/>
              <a:gd name="connsiteX3" fmla="*/ 0 w 1352550"/>
              <a:gd name="connsiteY3" fmla="*/ 1352550 h 1352550"/>
              <a:gd name="connsiteX4" fmla="*/ 0 w 1352550"/>
              <a:gd name="connsiteY4" fmla="*/ 0 h 1352550"/>
              <a:gd name="connsiteX0" fmla="*/ 0 w 1352550"/>
              <a:gd name="connsiteY0" fmla="*/ 0 h 1352550"/>
              <a:gd name="connsiteX1" fmla="*/ 1352550 w 1352550"/>
              <a:gd name="connsiteY1" fmla="*/ 0 h 1352550"/>
              <a:gd name="connsiteX2" fmla="*/ 0 w 1352550"/>
              <a:gd name="connsiteY2" fmla="*/ 1352550 h 1352550"/>
              <a:gd name="connsiteX3" fmla="*/ 0 w 1352550"/>
              <a:gd name="connsiteY3" fmla="*/ 0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52550" h="1352550">
                <a:moveTo>
                  <a:pt x="0" y="0"/>
                </a:moveTo>
                <a:lnTo>
                  <a:pt x="1352550" y="0"/>
                </a:lnTo>
                <a:lnTo>
                  <a:pt x="0" y="1352550"/>
                </a:lnTo>
                <a:lnTo>
                  <a:pt x="0" y="0"/>
                </a:lnTo>
                <a:close/>
              </a:path>
            </a:pathLst>
          </a:custGeom>
          <a:solidFill>
            <a:srgbClr val="0006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DCBFB6-32FD-4A4D-8824-2FD4FF69B541}"/>
              </a:ext>
            </a:extLst>
          </p:cNvPr>
          <p:cNvSpPr txBox="1"/>
          <p:nvPr/>
        </p:nvSpPr>
        <p:spPr>
          <a:xfrm>
            <a:off x="1499519" y="3075057"/>
            <a:ext cx="91929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Revert (</a:t>
            </a:r>
            <a:r>
              <a:rPr lang="ko-KR" altLang="en-US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특정 커밋 하나만 되돌리기</a:t>
            </a:r>
            <a:r>
              <a:rPr lang="en-US" altLang="ko-KR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432421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Revert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9AA178-66B9-4DC4-B465-3433D47977AF}"/>
              </a:ext>
            </a:extLst>
          </p:cNvPr>
          <p:cNvSpPr txBox="1"/>
          <p:nvPr/>
        </p:nvSpPr>
        <p:spPr>
          <a:xfrm>
            <a:off x="397140" y="1165602"/>
            <a:ext cx="1000434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Revert: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되돌리기</a:t>
            </a: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실수로 잘못된 파일을 커밋한 경우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</a:t>
            </a:r>
            <a:r>
              <a:rPr lang="ko-KR" altLang="en-US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해당 커밋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만 다시 되돌리기를 할 수 있다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정확히 말하면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해당 변경사항만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다시 원복시키고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,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다시 커밋하는것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Reset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보다 안전하다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과거 기록을 그대로 남기고 최신 파일에 덮어쓰는것이기 때문</a:t>
            </a: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(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하지만 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reset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이 편하긴 하다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..)</a:t>
            </a:r>
            <a:endParaRPr lang="ko-KR" altLang="en-US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885961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84E6F57-0221-4230-B71B-63936EF236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029" y="1069765"/>
            <a:ext cx="9491941" cy="5283818"/>
          </a:xfrm>
          <a:prstGeom prst="rect">
            <a:avLst/>
          </a:prstGeom>
        </p:spPr>
      </p:pic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Revert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EC6CDC6-B137-435B-AFC3-60C0D10A150F}"/>
              </a:ext>
            </a:extLst>
          </p:cNvPr>
          <p:cNvSpPr/>
          <p:nvPr/>
        </p:nvSpPr>
        <p:spPr>
          <a:xfrm>
            <a:off x="5623482" y="4425878"/>
            <a:ext cx="1046637" cy="252433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6C492D-462E-4F50-84C4-3ED9BF8A4CB3}"/>
              </a:ext>
            </a:extLst>
          </p:cNvPr>
          <p:cNvSpPr txBox="1"/>
          <p:nvPr/>
        </p:nvSpPr>
        <p:spPr>
          <a:xfrm>
            <a:off x="5254686" y="2308259"/>
            <a:ext cx="5260914" cy="646331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1. </a:t>
            </a:r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되돌리고 싶은 커밋을 마우스 우클릭</a:t>
            </a:r>
            <a:endParaRPr lang="en-US" altLang="ko-KR" i="1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주의</a:t>
            </a:r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** </a:t>
            </a:r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첫번째 커밋</a:t>
            </a:r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(initial</a:t>
            </a:r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commit)</a:t>
            </a:r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은 안됨</a:t>
            </a:r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</a:t>
            </a:r>
            <a:endParaRPr lang="ko-KR" altLang="en-US" i="1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A19F7DF2-5224-4FBF-8B02-2998AD4F0DBB}"/>
              </a:ext>
            </a:extLst>
          </p:cNvPr>
          <p:cNvCxnSpPr>
            <a:cxnSpLocks/>
          </p:cNvCxnSpPr>
          <p:nvPr/>
        </p:nvCxnSpPr>
        <p:spPr>
          <a:xfrm flipH="1">
            <a:off x="4659088" y="2409371"/>
            <a:ext cx="682169" cy="497259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13E09DA-3809-4EF3-B094-23139BDBA972}"/>
              </a:ext>
            </a:extLst>
          </p:cNvPr>
          <p:cNvSpPr txBox="1"/>
          <p:nvPr/>
        </p:nvSpPr>
        <p:spPr>
          <a:xfrm>
            <a:off x="6806955" y="4343503"/>
            <a:ext cx="2849195" cy="369332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2. </a:t>
            </a:r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커밋 되돌리기 클릭</a:t>
            </a:r>
            <a:endParaRPr lang="ko-KR" altLang="en-US" i="1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252266D6-42D0-4EAB-8A91-120D65AAA522}"/>
              </a:ext>
            </a:extLst>
          </p:cNvPr>
          <p:cNvSpPr/>
          <p:nvPr/>
        </p:nvSpPr>
        <p:spPr>
          <a:xfrm>
            <a:off x="2553711" y="1570180"/>
            <a:ext cx="479775" cy="476334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B18ED8-9B2B-4242-8A52-577238613EF0}"/>
              </a:ext>
            </a:extLst>
          </p:cNvPr>
          <p:cNvSpPr txBox="1"/>
          <p:nvPr/>
        </p:nvSpPr>
        <p:spPr>
          <a:xfrm>
            <a:off x="3147278" y="1648065"/>
            <a:ext cx="6911121" cy="369332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3. push</a:t>
            </a:r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클릭 </a:t>
            </a:r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  <a:sym typeface="Wingdings" panose="05000000000000000000" pitchFamily="2" charset="2"/>
              </a:rPr>
              <a:t> </a:t>
            </a:r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  <a:sym typeface="Wingdings" panose="05000000000000000000" pitchFamily="2" charset="2"/>
              </a:rPr>
              <a:t>해당 </a:t>
            </a:r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  <a:sym typeface="Wingdings" panose="05000000000000000000" pitchFamily="2" charset="2"/>
              </a:rPr>
              <a:t>commit</a:t>
            </a:r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  <a:sym typeface="Wingdings" panose="05000000000000000000" pitchFamily="2" charset="2"/>
              </a:rPr>
              <a:t>의 수정사항이 다시 덮어쓰기 됨</a:t>
            </a:r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  <a:endParaRPr lang="en-US" altLang="ko-KR" i="1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42470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Revert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9AA178-66B9-4DC4-B465-3433D47977AF}"/>
              </a:ext>
            </a:extLst>
          </p:cNvPr>
          <p:cNvSpPr txBox="1"/>
          <p:nvPr/>
        </p:nvSpPr>
        <p:spPr>
          <a:xfrm>
            <a:off x="397140" y="1165602"/>
            <a:ext cx="10004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해당 커밋의 수정사항만 원복되었다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</a:t>
            </a:r>
            <a:endParaRPr lang="ko-KR" altLang="en-US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D56083C-D166-4667-8F85-4AEDD6D39D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0599" y="2285840"/>
            <a:ext cx="8430802" cy="2286319"/>
          </a:xfrm>
          <a:prstGeom prst="rect">
            <a:avLst/>
          </a:prstGeom>
        </p:spPr>
      </p:pic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36E78AEE-099F-4BAC-9342-87FF6F9798E9}"/>
              </a:ext>
            </a:extLst>
          </p:cNvPr>
          <p:cNvSpPr/>
          <p:nvPr/>
        </p:nvSpPr>
        <p:spPr>
          <a:xfrm>
            <a:off x="6658783" y="3048784"/>
            <a:ext cx="1833464" cy="229437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5F0172-DE7B-40BD-94AE-C8CC58C9B2DE}"/>
              </a:ext>
            </a:extLst>
          </p:cNvPr>
          <p:cNvSpPr txBox="1"/>
          <p:nvPr/>
        </p:nvSpPr>
        <p:spPr>
          <a:xfrm>
            <a:off x="6551779" y="3366008"/>
            <a:ext cx="5375980" cy="369332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README.md</a:t>
            </a:r>
            <a:r>
              <a:rPr lang="ko-KR" altLang="en-US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파일에서 이 수정사항이 사라짐</a:t>
            </a:r>
            <a:endParaRPr lang="ko-KR" altLang="en-US" i="1" dirty="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08980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6A94A076-9241-4D87-91B5-AB7F59A1F22B}"/>
              </a:ext>
            </a:extLst>
          </p:cNvPr>
          <p:cNvSpPr/>
          <p:nvPr/>
        </p:nvSpPr>
        <p:spPr>
          <a:xfrm>
            <a:off x="0" y="0"/>
            <a:ext cx="1352550" cy="1352550"/>
          </a:xfrm>
          <a:custGeom>
            <a:avLst/>
            <a:gdLst>
              <a:gd name="connsiteX0" fmla="*/ 0 w 1352550"/>
              <a:gd name="connsiteY0" fmla="*/ 0 h 1352550"/>
              <a:gd name="connsiteX1" fmla="*/ 1352550 w 1352550"/>
              <a:gd name="connsiteY1" fmla="*/ 0 h 1352550"/>
              <a:gd name="connsiteX2" fmla="*/ 1352550 w 1352550"/>
              <a:gd name="connsiteY2" fmla="*/ 1352550 h 1352550"/>
              <a:gd name="connsiteX3" fmla="*/ 0 w 1352550"/>
              <a:gd name="connsiteY3" fmla="*/ 1352550 h 1352550"/>
              <a:gd name="connsiteX4" fmla="*/ 0 w 1352550"/>
              <a:gd name="connsiteY4" fmla="*/ 0 h 1352550"/>
              <a:gd name="connsiteX0" fmla="*/ 0 w 1352550"/>
              <a:gd name="connsiteY0" fmla="*/ 0 h 1352550"/>
              <a:gd name="connsiteX1" fmla="*/ 1352550 w 1352550"/>
              <a:gd name="connsiteY1" fmla="*/ 0 h 1352550"/>
              <a:gd name="connsiteX2" fmla="*/ 0 w 1352550"/>
              <a:gd name="connsiteY2" fmla="*/ 1352550 h 1352550"/>
              <a:gd name="connsiteX3" fmla="*/ 0 w 1352550"/>
              <a:gd name="connsiteY3" fmla="*/ 0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52550" h="1352550">
                <a:moveTo>
                  <a:pt x="0" y="0"/>
                </a:moveTo>
                <a:lnTo>
                  <a:pt x="1352550" y="0"/>
                </a:lnTo>
                <a:lnTo>
                  <a:pt x="0" y="1352550"/>
                </a:lnTo>
                <a:lnTo>
                  <a:pt x="0" y="0"/>
                </a:lnTo>
                <a:close/>
              </a:path>
            </a:pathLst>
          </a:custGeom>
          <a:solidFill>
            <a:srgbClr val="0006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DCBFB6-32FD-4A4D-8824-2FD4FF69B541}"/>
              </a:ext>
            </a:extLst>
          </p:cNvPr>
          <p:cNvSpPr txBox="1"/>
          <p:nvPr/>
        </p:nvSpPr>
        <p:spPr>
          <a:xfrm>
            <a:off x="1499519" y="3075057"/>
            <a:ext cx="91929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지금까지 한 것 정리</a:t>
            </a:r>
            <a:endParaRPr lang="en-US" altLang="ko-KR" sz="4000">
              <a:solidFill>
                <a:srgbClr val="010F9E"/>
              </a:solidFill>
              <a:latin typeface="여기어때 잘난체 OTF" panose="020B0600000101010101" pitchFamily="34" charset="-127"/>
              <a:ea typeface="여기어때 잘난체 OTF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380716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ko-KR" altLang="en-US" sz="3600">
                <a:solidFill>
                  <a:srgbClr val="010F9E"/>
                </a:solidFill>
              </a:rPr>
              <a:t>혼자 쓸때는 이정도만 알면 됨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275293-23AB-417B-8BFB-633EBC890FE1}"/>
              </a:ext>
            </a:extLst>
          </p:cNvPr>
          <p:cNvSpPr txBox="1"/>
          <p:nvPr/>
        </p:nvSpPr>
        <p:spPr>
          <a:xfrm>
            <a:off x="7161551" y="2547085"/>
            <a:ext cx="523591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Commit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내 컴퓨터에서 변경된 파일을 </a:t>
            </a: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lvl="1"/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업데이트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(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기록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)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하는 것</a:t>
            </a: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Push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commit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한 파일을 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Github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에 올리는 것</a:t>
            </a: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Pull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GitHub의 변경사항을 내 컴퓨터로 받는 것 (Push의 반대)</a:t>
            </a: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Revert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해당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commit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다시 되돌리기</a:t>
            </a: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5514AAB-9759-4C2A-8F63-D99DE4F04DE1}"/>
              </a:ext>
            </a:extLst>
          </p:cNvPr>
          <p:cNvGrpSpPr/>
          <p:nvPr/>
        </p:nvGrpSpPr>
        <p:grpSpPr>
          <a:xfrm>
            <a:off x="431800" y="1147311"/>
            <a:ext cx="6729751" cy="5301088"/>
            <a:chOff x="431800" y="1147311"/>
            <a:chExt cx="6729751" cy="5301088"/>
          </a:xfrm>
        </p:grpSpPr>
        <p:pic>
          <p:nvPicPr>
            <p:cNvPr id="11266" name="Picture 2" descr="image">
              <a:extLst>
                <a:ext uri="{FF2B5EF4-FFF2-40B4-BE49-F238E27FC236}">
                  <a16:creationId xmlns:a16="http://schemas.microsoft.com/office/drawing/2014/main" id="{DD76017E-7A83-4F21-83CD-ACCB52C668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9018" y="1147311"/>
              <a:ext cx="6108019" cy="5301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268" name="Picture 4">
              <a:extLst>
                <a:ext uri="{FF2B5EF4-FFF2-40B4-BE49-F238E27FC236}">
                  <a16:creationId xmlns:a16="http://schemas.microsoft.com/office/drawing/2014/main" id="{CECA907D-32A0-45C9-9131-78C2231A46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1800" y="3797855"/>
              <a:ext cx="889000" cy="889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4">
              <a:extLst>
                <a:ext uri="{FF2B5EF4-FFF2-40B4-BE49-F238E27FC236}">
                  <a16:creationId xmlns:a16="http://schemas.microsoft.com/office/drawing/2014/main" id="{B6AD872F-8D1F-49EF-AE0B-C1A29D4372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82956" y="3797855"/>
              <a:ext cx="889000" cy="889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4">
              <a:extLst>
                <a:ext uri="{FF2B5EF4-FFF2-40B4-BE49-F238E27FC236}">
                  <a16:creationId xmlns:a16="http://schemas.microsoft.com/office/drawing/2014/main" id="{574A4CCF-47D3-41BC-A253-672B657ADB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90728" y="3797855"/>
              <a:ext cx="889000" cy="889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67449FE7-1E7F-43B2-BFC5-A25A2EFD01DB}"/>
                </a:ext>
              </a:extLst>
            </p:cNvPr>
            <p:cNvSpPr/>
            <p:nvPr/>
          </p:nvSpPr>
          <p:spPr>
            <a:xfrm>
              <a:off x="6058466" y="2699492"/>
              <a:ext cx="1103085" cy="5225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459102D9-780F-4129-8B01-3BE877F8378D}"/>
                </a:ext>
              </a:extLst>
            </p:cNvPr>
            <p:cNvSpPr/>
            <p:nvPr/>
          </p:nvSpPr>
          <p:spPr>
            <a:xfrm>
              <a:off x="4860528" y="3096444"/>
              <a:ext cx="596844" cy="3579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0703952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6A94A076-9241-4D87-91B5-AB7F59A1F22B}"/>
              </a:ext>
            </a:extLst>
          </p:cNvPr>
          <p:cNvSpPr/>
          <p:nvPr/>
        </p:nvSpPr>
        <p:spPr>
          <a:xfrm>
            <a:off x="0" y="0"/>
            <a:ext cx="1352550" cy="1352550"/>
          </a:xfrm>
          <a:custGeom>
            <a:avLst/>
            <a:gdLst>
              <a:gd name="connsiteX0" fmla="*/ 0 w 1352550"/>
              <a:gd name="connsiteY0" fmla="*/ 0 h 1352550"/>
              <a:gd name="connsiteX1" fmla="*/ 1352550 w 1352550"/>
              <a:gd name="connsiteY1" fmla="*/ 0 h 1352550"/>
              <a:gd name="connsiteX2" fmla="*/ 1352550 w 1352550"/>
              <a:gd name="connsiteY2" fmla="*/ 1352550 h 1352550"/>
              <a:gd name="connsiteX3" fmla="*/ 0 w 1352550"/>
              <a:gd name="connsiteY3" fmla="*/ 1352550 h 1352550"/>
              <a:gd name="connsiteX4" fmla="*/ 0 w 1352550"/>
              <a:gd name="connsiteY4" fmla="*/ 0 h 1352550"/>
              <a:gd name="connsiteX0" fmla="*/ 0 w 1352550"/>
              <a:gd name="connsiteY0" fmla="*/ 0 h 1352550"/>
              <a:gd name="connsiteX1" fmla="*/ 1352550 w 1352550"/>
              <a:gd name="connsiteY1" fmla="*/ 0 h 1352550"/>
              <a:gd name="connsiteX2" fmla="*/ 0 w 1352550"/>
              <a:gd name="connsiteY2" fmla="*/ 1352550 h 1352550"/>
              <a:gd name="connsiteX3" fmla="*/ 0 w 1352550"/>
              <a:gd name="connsiteY3" fmla="*/ 0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52550" h="1352550">
                <a:moveTo>
                  <a:pt x="0" y="0"/>
                </a:moveTo>
                <a:lnTo>
                  <a:pt x="1352550" y="0"/>
                </a:lnTo>
                <a:lnTo>
                  <a:pt x="0" y="1352550"/>
                </a:lnTo>
                <a:lnTo>
                  <a:pt x="0" y="0"/>
                </a:lnTo>
                <a:close/>
              </a:path>
            </a:pathLst>
          </a:custGeom>
          <a:solidFill>
            <a:srgbClr val="0006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DCBFB6-32FD-4A4D-8824-2FD4FF69B541}"/>
              </a:ext>
            </a:extLst>
          </p:cNvPr>
          <p:cNvSpPr txBox="1"/>
          <p:nvPr/>
        </p:nvSpPr>
        <p:spPr>
          <a:xfrm>
            <a:off x="1499519" y="2343389"/>
            <a:ext cx="919296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미션</a:t>
            </a:r>
            <a:r>
              <a:rPr lang="en-US" altLang="ko-KR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1</a:t>
            </a:r>
          </a:p>
          <a:p>
            <a:pPr algn="ctr" defTabSz="4572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altLang="ko-KR" sz="4000">
              <a:solidFill>
                <a:srgbClr val="010F9E"/>
              </a:solidFill>
              <a:latin typeface="여기어때 잘난체 OTF" panose="020B0600000101010101" pitchFamily="34" charset="-127"/>
              <a:ea typeface="여기어때 잘난체 OTF" panose="020B0600000101010101" pitchFamily="34" charset="-127"/>
            </a:endParaRPr>
          </a:p>
          <a:p>
            <a:pPr algn="ctr" defTabSz="4572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README.md </a:t>
            </a:r>
            <a:r>
              <a:rPr lang="ko-KR" altLang="en-US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파일에 자기 소개 작성해서 </a:t>
            </a:r>
            <a:r>
              <a:rPr lang="en-US" altLang="ko-KR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commit, push </a:t>
            </a:r>
            <a:r>
              <a:rPr lang="ko-KR" altLang="en-US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해보기</a:t>
            </a:r>
            <a:endParaRPr lang="en-US" altLang="ko-KR" sz="4000">
              <a:solidFill>
                <a:srgbClr val="010F9E"/>
              </a:solidFill>
              <a:latin typeface="여기어때 잘난체 OTF" panose="020B0600000101010101" pitchFamily="34" charset="-127"/>
              <a:ea typeface="여기어때 잘난체 OTF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1443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6A94A076-9241-4D87-91B5-AB7F59A1F22B}"/>
              </a:ext>
            </a:extLst>
          </p:cNvPr>
          <p:cNvSpPr/>
          <p:nvPr/>
        </p:nvSpPr>
        <p:spPr>
          <a:xfrm>
            <a:off x="0" y="0"/>
            <a:ext cx="1352550" cy="1352550"/>
          </a:xfrm>
          <a:custGeom>
            <a:avLst/>
            <a:gdLst>
              <a:gd name="connsiteX0" fmla="*/ 0 w 1352550"/>
              <a:gd name="connsiteY0" fmla="*/ 0 h 1352550"/>
              <a:gd name="connsiteX1" fmla="*/ 1352550 w 1352550"/>
              <a:gd name="connsiteY1" fmla="*/ 0 h 1352550"/>
              <a:gd name="connsiteX2" fmla="*/ 1352550 w 1352550"/>
              <a:gd name="connsiteY2" fmla="*/ 1352550 h 1352550"/>
              <a:gd name="connsiteX3" fmla="*/ 0 w 1352550"/>
              <a:gd name="connsiteY3" fmla="*/ 1352550 h 1352550"/>
              <a:gd name="connsiteX4" fmla="*/ 0 w 1352550"/>
              <a:gd name="connsiteY4" fmla="*/ 0 h 1352550"/>
              <a:gd name="connsiteX0" fmla="*/ 0 w 1352550"/>
              <a:gd name="connsiteY0" fmla="*/ 0 h 1352550"/>
              <a:gd name="connsiteX1" fmla="*/ 1352550 w 1352550"/>
              <a:gd name="connsiteY1" fmla="*/ 0 h 1352550"/>
              <a:gd name="connsiteX2" fmla="*/ 0 w 1352550"/>
              <a:gd name="connsiteY2" fmla="*/ 1352550 h 1352550"/>
              <a:gd name="connsiteX3" fmla="*/ 0 w 1352550"/>
              <a:gd name="connsiteY3" fmla="*/ 0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52550" h="1352550">
                <a:moveTo>
                  <a:pt x="0" y="0"/>
                </a:moveTo>
                <a:lnTo>
                  <a:pt x="1352550" y="0"/>
                </a:lnTo>
                <a:lnTo>
                  <a:pt x="0" y="1352550"/>
                </a:lnTo>
                <a:lnTo>
                  <a:pt x="0" y="0"/>
                </a:lnTo>
                <a:close/>
              </a:path>
            </a:pathLst>
          </a:custGeom>
          <a:solidFill>
            <a:srgbClr val="0006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DCBFB6-32FD-4A4D-8824-2FD4FF69B541}"/>
              </a:ext>
            </a:extLst>
          </p:cNvPr>
          <p:cNvSpPr txBox="1"/>
          <p:nvPr/>
        </p:nvSpPr>
        <p:spPr>
          <a:xfrm>
            <a:off x="1499519" y="2343389"/>
            <a:ext cx="919296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미션</a:t>
            </a:r>
            <a:r>
              <a:rPr lang="en-US" altLang="ko-KR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2</a:t>
            </a:r>
          </a:p>
          <a:p>
            <a:pPr algn="ctr" defTabSz="4572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altLang="ko-KR" sz="4000">
              <a:solidFill>
                <a:srgbClr val="010F9E"/>
              </a:solidFill>
              <a:latin typeface="여기어때 잘난체 OTF" panose="020B0600000101010101" pitchFamily="34" charset="-127"/>
              <a:ea typeface="여기어때 잘난체 OTF" panose="020B0600000101010101" pitchFamily="34" charset="-127"/>
            </a:endParaRPr>
          </a:p>
          <a:p>
            <a:pPr algn="ctr" defTabSz="4572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코랩에서 </a:t>
            </a:r>
            <a:r>
              <a:rPr lang="en-US" altLang="ko-KR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python</a:t>
            </a:r>
            <a:r>
              <a:rPr lang="ko-KR" altLang="en-US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 코드 작성해서 </a:t>
            </a:r>
            <a:endParaRPr lang="en-US" altLang="ko-KR" sz="4000">
              <a:solidFill>
                <a:srgbClr val="010F9E"/>
              </a:solidFill>
              <a:latin typeface="여기어때 잘난체 OTF" panose="020B0600000101010101" pitchFamily="34" charset="-127"/>
              <a:ea typeface="여기어때 잘난체 OTF" panose="020B0600000101010101" pitchFamily="34" charset="-127"/>
            </a:endParaRPr>
          </a:p>
          <a:p>
            <a:pPr algn="ctr" defTabSz="4572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내 </a:t>
            </a:r>
            <a:r>
              <a:rPr lang="en-US" altLang="ko-KR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git repo</a:t>
            </a:r>
            <a:r>
              <a:rPr lang="ko-KR" altLang="en-US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에 올리기</a:t>
            </a:r>
            <a:endParaRPr lang="en-US" altLang="ko-KR" sz="4000">
              <a:solidFill>
                <a:srgbClr val="010F9E"/>
              </a:solidFill>
              <a:latin typeface="여기어때 잘난체 OTF" panose="020B0600000101010101" pitchFamily="34" charset="-127"/>
              <a:ea typeface="여기어때 잘난체 OTF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252463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Colab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B097A1-CA93-48BB-938A-73F80FAD2079}"/>
              </a:ext>
            </a:extLst>
          </p:cNvPr>
          <p:cNvSpPr txBox="1"/>
          <p:nvPr/>
        </p:nvSpPr>
        <p:spPr>
          <a:xfrm>
            <a:off x="507625" y="1185770"/>
            <a:ext cx="690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구글에서 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colab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검색 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- new notebook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클릭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  <a:endParaRPr lang="ko-KR" altLang="en-US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C78601-5B46-4F79-B1B6-0F3179D36F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14630"/>
            <a:ext cx="4645280" cy="36576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B9C5E89-C7A5-4865-AC7B-D0A1476E64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549" y="2095899"/>
            <a:ext cx="5645869" cy="349506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4D621C5-3D5D-4560-A457-7223C2576CAD}"/>
              </a:ext>
            </a:extLst>
          </p:cNvPr>
          <p:cNvSpPr txBox="1"/>
          <p:nvPr/>
        </p:nvSpPr>
        <p:spPr>
          <a:xfrm>
            <a:off x="1158700" y="5672230"/>
            <a:ext cx="3790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colab </a:t>
            </a:r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접속</a:t>
            </a:r>
            <a:endParaRPr lang="ko-KR" altLang="en-US" i="1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44C29F-88F4-4653-A735-16D68E3C3A5C}"/>
              </a:ext>
            </a:extLst>
          </p:cNvPr>
          <p:cNvSpPr txBox="1"/>
          <p:nvPr/>
        </p:nvSpPr>
        <p:spPr>
          <a:xfrm>
            <a:off x="7201147" y="5672230"/>
            <a:ext cx="3790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코드 작성</a:t>
            </a:r>
            <a:endParaRPr lang="ko-KR" altLang="en-US" i="1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5274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Colab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B097A1-CA93-48BB-938A-73F80FAD2079}"/>
              </a:ext>
            </a:extLst>
          </p:cNvPr>
          <p:cNvSpPr txBox="1"/>
          <p:nvPr/>
        </p:nvSpPr>
        <p:spPr>
          <a:xfrm>
            <a:off x="507625" y="1185770"/>
            <a:ext cx="690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구글에서 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colab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검색 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- new notebook </a:t>
            </a: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클릭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  <a:endParaRPr lang="ko-KR" altLang="en-US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D621C5-3D5D-4560-A457-7223C2576CAD}"/>
              </a:ext>
            </a:extLst>
          </p:cNvPr>
          <p:cNvSpPr txBox="1"/>
          <p:nvPr/>
        </p:nvSpPr>
        <p:spPr>
          <a:xfrm>
            <a:off x="1158700" y="5672230"/>
            <a:ext cx="3790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github</a:t>
            </a:r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에 사본 저장</a:t>
            </a:r>
            <a:endParaRPr lang="ko-KR" altLang="en-US" i="1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44C29F-88F4-4653-A735-16D68E3C3A5C}"/>
              </a:ext>
            </a:extLst>
          </p:cNvPr>
          <p:cNvSpPr txBox="1"/>
          <p:nvPr/>
        </p:nvSpPr>
        <p:spPr>
          <a:xfrm>
            <a:off x="6759424" y="5505697"/>
            <a:ext cx="3790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i="1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사본 저장</a:t>
            </a:r>
            <a:endParaRPr lang="ko-KR" altLang="en-US" i="1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9393DA8-EA7E-462E-B5E3-F3F5CAD0C0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780" y="1842060"/>
            <a:ext cx="3582591" cy="374890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51C535F-E3CA-4528-9D34-F0A663822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5721" y="1983480"/>
            <a:ext cx="5398079" cy="3466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3142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ko-KR" altLang="en-US" sz="3600">
                <a:solidFill>
                  <a:srgbClr val="010F9E"/>
                </a:solidFill>
              </a:rPr>
              <a:t>확인</a:t>
            </a:r>
            <a:r>
              <a:rPr lang="en-US" altLang="ko-KR" sz="3600">
                <a:solidFill>
                  <a:srgbClr val="010F9E"/>
                </a:solidFill>
              </a:rPr>
              <a:t>!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B097A1-CA93-48BB-938A-73F80FAD2079}"/>
              </a:ext>
            </a:extLst>
          </p:cNvPr>
          <p:cNvSpPr txBox="1"/>
          <p:nvPr/>
        </p:nvSpPr>
        <p:spPr>
          <a:xfrm>
            <a:off x="507625" y="1185770"/>
            <a:ext cx="690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코랩 파일 올라간 것 확인</a:t>
            </a:r>
            <a:r>
              <a:rPr lang="en-US" altLang="ko-KR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</a:t>
            </a:r>
            <a:endParaRPr lang="ko-KR" altLang="en-US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2DA6E20-7F42-4831-B2E4-6F3AD11042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5756" y="1747808"/>
            <a:ext cx="9040487" cy="475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89257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8">
            <a:extLst>
              <a:ext uri="{FF2B5EF4-FFF2-40B4-BE49-F238E27FC236}">
                <a16:creationId xmlns:a16="http://schemas.microsoft.com/office/drawing/2014/main" id="{6A94A076-9241-4D87-91B5-AB7F59A1F22B}"/>
              </a:ext>
            </a:extLst>
          </p:cNvPr>
          <p:cNvSpPr/>
          <p:nvPr/>
        </p:nvSpPr>
        <p:spPr>
          <a:xfrm>
            <a:off x="0" y="0"/>
            <a:ext cx="1352550" cy="1352550"/>
          </a:xfrm>
          <a:custGeom>
            <a:avLst/>
            <a:gdLst>
              <a:gd name="connsiteX0" fmla="*/ 0 w 1352550"/>
              <a:gd name="connsiteY0" fmla="*/ 0 h 1352550"/>
              <a:gd name="connsiteX1" fmla="*/ 1352550 w 1352550"/>
              <a:gd name="connsiteY1" fmla="*/ 0 h 1352550"/>
              <a:gd name="connsiteX2" fmla="*/ 1352550 w 1352550"/>
              <a:gd name="connsiteY2" fmla="*/ 1352550 h 1352550"/>
              <a:gd name="connsiteX3" fmla="*/ 0 w 1352550"/>
              <a:gd name="connsiteY3" fmla="*/ 1352550 h 1352550"/>
              <a:gd name="connsiteX4" fmla="*/ 0 w 1352550"/>
              <a:gd name="connsiteY4" fmla="*/ 0 h 1352550"/>
              <a:gd name="connsiteX0" fmla="*/ 0 w 1352550"/>
              <a:gd name="connsiteY0" fmla="*/ 0 h 1352550"/>
              <a:gd name="connsiteX1" fmla="*/ 1352550 w 1352550"/>
              <a:gd name="connsiteY1" fmla="*/ 0 h 1352550"/>
              <a:gd name="connsiteX2" fmla="*/ 0 w 1352550"/>
              <a:gd name="connsiteY2" fmla="*/ 1352550 h 1352550"/>
              <a:gd name="connsiteX3" fmla="*/ 0 w 1352550"/>
              <a:gd name="connsiteY3" fmla="*/ 0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52550" h="1352550">
                <a:moveTo>
                  <a:pt x="0" y="0"/>
                </a:moveTo>
                <a:lnTo>
                  <a:pt x="1352550" y="0"/>
                </a:lnTo>
                <a:lnTo>
                  <a:pt x="0" y="1352550"/>
                </a:lnTo>
                <a:lnTo>
                  <a:pt x="0" y="0"/>
                </a:lnTo>
                <a:close/>
              </a:path>
            </a:pathLst>
          </a:custGeom>
          <a:solidFill>
            <a:srgbClr val="0006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6EDCBFB6-32FD-4A4D-8824-2FD4FF69B541}"/>
              </a:ext>
            </a:extLst>
          </p:cNvPr>
          <p:cNvSpPr txBox="1"/>
          <p:nvPr/>
        </p:nvSpPr>
        <p:spPr>
          <a:xfrm>
            <a:off x="1499519" y="3075057"/>
            <a:ext cx="91929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4000">
                <a:solidFill>
                  <a:srgbClr val="010F9E"/>
                </a:solidFill>
                <a:latin typeface="여기어때 잘난체 OTF" panose="020B0600000101010101" pitchFamily="34" charset="-127"/>
                <a:ea typeface="여기어때 잘난체 OTF" panose="020B0600000101010101" pitchFamily="34" charset="-127"/>
              </a:rPr>
              <a:t>Pull (GitHub의 변경을 내 컴퓨터로 받기)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Pull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sp>
        <p:nvSpPr>
          <p:cNvPr id="3" name="설명 텍스트">
            <a:extLst>
              <a:ext uri="{FF2B5EF4-FFF2-40B4-BE49-F238E27FC236}">
                <a16:creationId xmlns:a16="http://schemas.microsoft.com/office/drawing/2014/main" id="{9C6C492D-462E-4F50-84C4-3ED9BF8A4CB3}"/>
              </a:ext>
            </a:extLst>
          </p:cNvPr>
          <p:cNvSpPr txBox="1"/>
          <p:nvPr/>
        </p:nvSpPr>
        <p:spPr>
          <a:xfrm>
            <a:off x="396000" y="1152000"/>
            <a:ext cx="5580000" cy="364492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미션2를 끝내고 SourceTree를 보면?</a:t>
            </a:r>
          </a:p>
        </p:txBody>
      </p:sp>
      <p:sp>
        <p:nvSpPr>
          <p:cNvPr id="4" name="설명 텍스트">
            <a:extLst>
              <a:ext uri="{FF2B5EF4-FFF2-40B4-BE49-F238E27FC236}">
                <a16:creationId xmlns:a16="http://schemas.microsoft.com/office/drawing/2014/main" id="{43E64BB4-82EF-47E3-AF39-53ADB448327C}"/>
              </a:ext>
            </a:extLst>
          </p:cNvPr>
          <p:cNvSpPr txBox="1"/>
          <p:nvPr/>
        </p:nvSpPr>
        <p:spPr>
          <a:xfrm>
            <a:off x="395999" y="1800000"/>
            <a:ext cx="86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Colab이 GitHub에 직접 올렸기 때문에, 내 컴퓨터(로컬)에는 그 파일이 없다!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이걸 클론해서 사용할 수 있음</a:t>
            </a:r>
            <a:r>
              <a:rPr lang="en-US" altLang="ko-KR" sz="160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!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2622"/>
            <a:ext cx="105156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ko-KR" sz="3600">
                <a:solidFill>
                  <a:srgbClr val="010F9E"/>
                </a:solidFill>
              </a:rPr>
              <a:t>Pull</a:t>
            </a:r>
            <a:endParaRPr lang="ko-KR" altLang="en-US" sz="3600" dirty="0">
              <a:solidFill>
                <a:srgbClr val="010F9E"/>
              </a:solidFill>
            </a:endParaRPr>
          </a:p>
        </p:txBody>
      </p:sp>
      <p:sp>
        <p:nvSpPr>
          <p:cNvPr id="3" name="설명 텍스트">
            <a:extLst>
              <a:ext uri="{FF2B5EF4-FFF2-40B4-BE49-F238E27FC236}">
                <a16:creationId xmlns:a16="http://schemas.microsoft.com/office/drawing/2014/main" id="{9C6C492D-462E-4F50-84C4-3ED9BF8A4CB3}"/>
              </a:ext>
            </a:extLst>
          </p:cNvPr>
          <p:cNvSpPr txBox="1"/>
          <p:nvPr/>
        </p:nvSpPr>
        <p:spPr>
          <a:xfrm>
            <a:off x="396000" y="1152000"/>
            <a:ext cx="5580000" cy="638985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altLang="ko-KR" i="1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Pull: GitHub의 변경사항을 내 컴퓨터로 받아오기</a:t>
            </a:r>
          </a:p>
        </p:txBody>
      </p:sp>
      <p:sp>
        <p:nvSpPr>
          <p:cNvPr id="4" name="설명 텍스트">
            <a:extLst>
              <a:ext uri="{FF2B5EF4-FFF2-40B4-BE49-F238E27FC236}">
                <a16:creationId xmlns:a16="http://schemas.microsoft.com/office/drawing/2014/main" id="{43E64BB4-82EF-47E3-AF39-53ADB448327C}"/>
              </a:ext>
            </a:extLst>
          </p:cNvPr>
          <p:cNvSpPr txBox="1"/>
          <p:nvPr/>
        </p:nvSpPr>
        <p:spPr>
          <a:xfrm>
            <a:off x="396000" y="1800000"/>
            <a:ext cx="5580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1. Pull 클릭 → 확인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2. 폴더를 보면 Colab 파일(.ipynb)이 생겨 있음!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Push의 반대 방향. 다른 곳(코랩, 다른 컴퓨터, 웹)에서 바꾼 게 있으면 작업 전에 먼저 Pull!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>
                <a:solidFill>
                  <a:srgbClr val="FF00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안그러면 오류남</a:t>
            </a:r>
            <a:endParaRPr lang="en-US" altLang="ko-KR" sz="1600">
              <a:solidFill>
                <a:srgbClr val="FF00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5027D42-70EC-62B0-EE37-0DF71DF3D1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8200" y="1152000"/>
            <a:ext cx="5031535" cy="2417110"/>
          </a:xfrm>
          <a:prstGeom prst="rect">
            <a:avLst/>
          </a:prstGeom>
        </p:spPr>
      </p:pic>
      <p:sp>
        <p:nvSpPr>
          <p:cNvPr id="9" name="사각형: 둥근 모서리 7">
            <a:extLst>
              <a:ext uri="{FF2B5EF4-FFF2-40B4-BE49-F238E27FC236}">
                <a16:creationId xmlns:a16="http://schemas.microsoft.com/office/drawing/2014/main" id="{A7C65DFA-F5DA-7AA2-3B80-A98E6F1DF687}"/>
              </a:ext>
            </a:extLst>
          </p:cNvPr>
          <p:cNvSpPr/>
          <p:nvPr/>
        </p:nvSpPr>
        <p:spPr>
          <a:xfrm>
            <a:off x="6216002" y="1043762"/>
            <a:ext cx="685914" cy="785735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CC3D54-D227-95A3-AD2D-E9F54AB4B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000" y="3087753"/>
            <a:ext cx="5031535" cy="3426383"/>
          </a:xfrm>
          <a:prstGeom prst="rect">
            <a:avLst/>
          </a:prstGeom>
        </p:spPr>
      </p:pic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가을">
  <a:themeElements>
    <a:clrScheme name="가을">
      <a:dk1>
        <a:sysClr val="windowText" lastClr="000000"/>
      </a:dk1>
      <a:lt1>
        <a:sysClr val="window" lastClr="FFFFFF"/>
      </a:lt1>
      <a:dk2>
        <a:srgbClr val="775F55"/>
      </a:dk2>
      <a:lt2>
        <a:srgbClr val="EBDDC3"/>
      </a:lt2>
      <a:accent1>
        <a:srgbClr val="94B6D2"/>
      </a:accent1>
      <a:accent2>
        <a:srgbClr val="DD8047"/>
      </a:accent2>
      <a:accent3>
        <a:srgbClr val="A5AB81"/>
      </a:accent3>
      <a:accent4>
        <a:srgbClr val="D8B25C"/>
      </a:accent4>
      <a:accent5>
        <a:srgbClr val="7BA79D"/>
      </a:accent5>
      <a:accent6>
        <a:srgbClr val="968C8C"/>
      </a:accent6>
      <a:hlink>
        <a:srgbClr val="F7B615"/>
      </a:hlink>
      <a:folHlink>
        <a:srgbClr val="704404"/>
      </a:folHlink>
    </a:clrScheme>
    <a:fontScheme name="가을">
      <a:majorFont>
        <a:latin typeface="Tw Cen MT"/>
        <a:ea typeface=""/>
        <a:cs typeface=""/>
        <a:font script="Grek" typeface="Calibri"/>
        <a:font script="Cyrl" typeface="Calibri"/>
        <a:font script="Jpan" typeface="HGPｺﾞｼｯｸE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/>
        <a:ea typeface=""/>
        <a:cs typeface=""/>
        <a:font script="Grek" typeface="Calibri"/>
        <a:font script="Cyrl" typeface="Calibri"/>
        <a:font script="Jpan" typeface="HGPｺﾞｼｯｸE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가을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/>
        </a:soli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47625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  <a:scene3d>
            <a:camera prst="isometricTopDown" fov="0">
              <a:rot lat="0" lon="0" rev="0"/>
            </a:camera>
            <a:lightRig rig="balanced" dir="t">
              <a:rot lat="0" lon="0" rev="13800000"/>
            </a:lightRig>
          </a:scene3d>
          <a:sp3d extrusionH="12700" prstMaterial="plastic">
            <a:bevelT w="38100" h="25400" prst="softRound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shade val="90000"/>
                <a:satMod val="140000"/>
              </a:schemeClr>
              <a:schemeClr val="phClr">
                <a:satMod val="120000"/>
              </a:schemeClr>
            </a:duotone>
          </a:blip>
          <a:tile tx="0" ty="0" sx="100000" sy="100000" flip="none" algn="tl"/>
        </a:blipFill>
        <a:blipFill>
          <a:blip xmlns:r="http://schemas.openxmlformats.org/officeDocument/2006/relationships" r:embed="rId2">
            <a:duotone>
              <a:schemeClr val="phClr">
                <a:shade val="90000"/>
                <a:satMod val="140000"/>
              </a:schemeClr>
              <a:schemeClr val="phClr">
                <a:satMod val="120000"/>
              </a:schemeClr>
            </a:duotone>
          </a:blip>
          <a:tile tx="0" ty="0" sx="100000" sy="100000" flip="none" algn="tl"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원클릭테마1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원클릭테마1" id="{EDA49FDE-C2AA-49D7-925D-52B96ACF570E}" vid="{AC63729E-AD00-432B-812F-443B60957789}"/>
    </a:ext>
  </a:extLst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12640</TotalTime>
  <Words>1108</Words>
  <Application>Microsoft Office PowerPoint</Application>
  <PresentationFormat>Widescreen</PresentationFormat>
  <Paragraphs>236</Paragraphs>
  <Slides>43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43</vt:i4>
      </vt:variant>
    </vt:vector>
  </HeadingPairs>
  <TitlesOfParts>
    <vt:vector size="53" baseType="lpstr">
      <vt:lpstr>Arial</vt:lpstr>
      <vt:lpstr>페이북 OTF Bold</vt:lpstr>
      <vt:lpstr>여기어때 잘난체 OTF</vt:lpstr>
      <vt:lpstr>Wingdings</vt:lpstr>
      <vt:lpstr>에스코어 드림 5 Medium</vt:lpstr>
      <vt:lpstr>페이북 OTF Light</vt:lpstr>
      <vt:lpstr>Trebuchet MS</vt:lpstr>
      <vt:lpstr>Tw Cen MT</vt:lpstr>
      <vt:lpstr>가을</vt:lpstr>
      <vt:lpstr>원클릭테마1</vt:lpstr>
      <vt:lpstr>PowerPoint Presentation</vt:lpstr>
      <vt:lpstr>버전 관리의 시작점</vt:lpstr>
      <vt:lpstr>자, 이제 시작이야</vt:lpstr>
      <vt:lpstr>SourceTree, 갓갓프로그램</vt:lpstr>
      <vt:lpstr>SourceTree, 갓갓프로그램</vt:lpstr>
      <vt:lpstr>SourceTree, 갓갓프로그램</vt:lpstr>
      <vt:lpstr>SourceTree, 갓갓프로그램</vt:lpstr>
      <vt:lpstr>SourceTree, 갓갓프로그램</vt:lpstr>
      <vt:lpstr>SourceTree, 갓갓프로그램</vt:lpstr>
      <vt:lpstr>SourceTree, 갓갓프로그램</vt:lpstr>
      <vt:lpstr>SourceTree, 갓갓프로그램</vt:lpstr>
      <vt:lpstr>SourceTree, 갓갓프로그램</vt:lpstr>
      <vt:lpstr>PowerPoint Presentation</vt:lpstr>
      <vt:lpstr>만약 회사에 불이 나면 어쩌지?</vt:lpstr>
      <vt:lpstr>만약 회사에 불이 나면 어쩌지?</vt:lpstr>
      <vt:lpstr>Commit</vt:lpstr>
      <vt:lpstr>Commit</vt:lpstr>
      <vt:lpstr>Commit</vt:lpstr>
      <vt:lpstr>Push</vt:lpstr>
      <vt:lpstr>Commit</vt:lpstr>
      <vt:lpstr>Push</vt:lpstr>
      <vt:lpstr>PowerPoint Presentation</vt:lpstr>
      <vt:lpstr>History</vt:lpstr>
      <vt:lpstr>PowerPoint Presentation</vt:lpstr>
      <vt:lpstr>Reset</vt:lpstr>
      <vt:lpstr>Reset</vt:lpstr>
      <vt:lpstr>Reset</vt:lpstr>
      <vt:lpstr>Reset</vt:lpstr>
      <vt:lpstr>Reset</vt:lpstr>
      <vt:lpstr>PowerPoint Presentation</vt:lpstr>
      <vt:lpstr>Revert</vt:lpstr>
      <vt:lpstr>Revert</vt:lpstr>
      <vt:lpstr>Revert</vt:lpstr>
      <vt:lpstr>PowerPoint Presentation</vt:lpstr>
      <vt:lpstr>혼자 쓸때는 이정도만 알면 됨</vt:lpstr>
      <vt:lpstr>PowerPoint Presentation</vt:lpstr>
      <vt:lpstr>PowerPoint Presentation</vt:lpstr>
      <vt:lpstr>Colab</vt:lpstr>
      <vt:lpstr>Colab</vt:lpstr>
      <vt:lpstr>확인!</vt:lpstr>
      <vt:lpstr>PowerPoint Presentation</vt:lpstr>
      <vt:lpstr>Pull</vt:lpstr>
      <vt:lpstr>Pull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쉽게 풀어쓴 C 프로그래밍</dc:title>
  <dc:creator>천인국</dc:creator>
  <cp:lastModifiedBy>seung</cp:lastModifiedBy>
  <cp:revision>1394</cp:revision>
  <dcterms:created xsi:type="dcterms:W3CDTF">2007-06-29T06:43:39Z</dcterms:created>
  <dcterms:modified xsi:type="dcterms:W3CDTF">2026-09-07T09:31:49Z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TC010187211033</vt:lpwstr>
  </property>
</Properties>
</file>